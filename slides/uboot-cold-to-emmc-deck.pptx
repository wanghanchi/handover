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image" Target="../media/image-4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03120"/>
            <a:ext cx="109728" cy="173736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u-boot-xlnx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 Cold Boot 到 eMMC 載入 Image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真實程式碼路徑 · 三平台對照 · 為移植自己的 ARMv8-A SoC 而寫</a:t>
            </a:r>
            <a:endParaRPr lang="en-US" sz="2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3492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5349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RK3588 / ZynqMP / RPi4 (+RPi5 註)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53492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72200" y="5349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eMMC subsystem + Driver Model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80644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58064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每一段都有 file:line 與「為什麼這樣設計」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7724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「U-Boot ARM64 Boot &amp; Relocation」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開場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為什麼有這篇？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設計原則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(u-boot-xlnx)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實際原始碼為準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每步附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檔案:行號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看完可以自己回去 grep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不只講「做了什麼」，更講 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「為什麼這樣設計」</a:t>
            </a:r>
            <a:pPr indent="0" marL="0">
              <a:spcAft>
                <a:spcPts val="8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可獨立閱讀，不需手邊有原始碼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結尾有「移植自己 SoC」checklist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691640"/>
            <a:ext cx="73152" cy="44805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RPi5 的特別說明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537960" y="24231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mainline 沒有完整的 RPi5 (BCM2712) board code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u-boot-xlnx tree 有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 BCM2712 支援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bcm2712_mem_map[] in arch/arm/mach-bcm283x/init.c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drivers/mmc/bcmstb_sdhci.c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「brcm,bcm2712」compatible string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因此 RPi 主要以 RPi4 程式碼為主，並標註 RPi5 差異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 · 開場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全文路線圖 · 九章節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1188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28800"/>
            <a:ext cx="11887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47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5603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1546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Boot 路徑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5212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4-8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764792" y="1828800"/>
            <a:ext cx="1188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764792" y="1828800"/>
            <a:ext cx="11887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64792" y="1847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256032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10512" y="31546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Reset → board_init_f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810512" y="5212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9-13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026664" y="1828800"/>
            <a:ext cx="1188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026664" y="1828800"/>
            <a:ext cx="11887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026664" y="1847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424" y="256032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072384" y="31546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board_init_r + DM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072384" y="5212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14-18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288536" y="1828800"/>
            <a:ext cx="1188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288536" y="1828800"/>
            <a:ext cx="1188720" cy="5029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288536" y="1847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256032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334256" y="31546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MMC 子系統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334256" y="5212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19-24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550408" y="1828800"/>
            <a:ext cx="1188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5550408" y="1828800"/>
            <a:ext cx="1188720" cy="5029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550408" y="1847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2560320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596128" y="31546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 drivers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596128" y="5212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25-29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812280" y="1828800"/>
            <a:ext cx="1188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812280" y="1828800"/>
            <a:ext cx="11887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812280" y="1847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0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2560320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858000" y="31546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mmc read 全路徑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6858000" y="5212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30-34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8074152" y="1828800"/>
            <a:ext cx="1188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8074152" y="1828800"/>
            <a:ext cx="1188720" cy="50292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8074152" y="1847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0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912" y="2560320"/>
            <a:ext cx="457200" cy="45720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119872" y="31546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完整載入劇本</a:t>
            </a:r>
            <a:endParaRPr lang="en-US" sz="1100" dirty="0"/>
          </a:p>
        </p:txBody>
      </p:sp>
      <p:sp>
        <p:nvSpPr>
          <p:cNvPr id="47" name="Text 38"/>
          <p:cNvSpPr/>
          <p:nvPr/>
        </p:nvSpPr>
        <p:spPr>
          <a:xfrm>
            <a:off x="8119872" y="5212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35-38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9336024" y="1828800"/>
            <a:ext cx="1188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9336024" y="1828800"/>
            <a:ext cx="1188720" cy="5029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9336024" y="1847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00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1784" y="2560320"/>
            <a:ext cx="457200" cy="45720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9381744" y="31546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移植 checklist</a:t>
            </a:r>
            <a:endParaRPr lang="en-US" sz="1100" dirty="0"/>
          </a:p>
        </p:txBody>
      </p:sp>
      <p:sp>
        <p:nvSpPr>
          <p:cNvPr id="53" name="Text 43"/>
          <p:cNvSpPr/>
          <p:nvPr/>
        </p:nvSpPr>
        <p:spPr>
          <a:xfrm>
            <a:off x="9381744" y="5212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39-41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10597896" y="1828800"/>
            <a:ext cx="118872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10597896" y="1828800"/>
            <a:ext cx="118872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6" name="Text 46"/>
          <p:cNvSpPr/>
          <p:nvPr/>
        </p:nvSpPr>
        <p:spPr>
          <a:xfrm>
            <a:off x="10597896" y="18470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000" dirty="0"/>
          </a:p>
        </p:txBody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63656" y="2560320"/>
            <a:ext cx="457200" cy="457200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10643616" y="315468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速查表</a:t>
            </a:r>
            <a:endParaRPr lang="en-US" sz="1100" dirty="0"/>
          </a:p>
        </p:txBody>
      </p:sp>
      <p:sp>
        <p:nvSpPr>
          <p:cNvPr id="59" name="Text 48"/>
          <p:cNvSpPr/>
          <p:nvPr/>
        </p:nvSpPr>
        <p:spPr>
          <a:xfrm>
            <a:off x="10643616" y="5212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42</a:t>
            </a:r>
            <a:endParaRPr lang="en-US" sz="900" dirty="0"/>
          </a:p>
        </p:txBody>
      </p:sp>
      <p:sp>
        <p:nvSpPr>
          <p:cNvPr id="60" name="Text 49"/>
          <p:cNvSpPr/>
          <p:nvPr/>
        </p:nvSpPr>
        <p:spPr>
          <a:xfrm>
            <a:off x="50292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cold boot 一路走到 mmc read 讀到 sector，每段都用真實 code</a:t>
            </a:r>
            <a:endParaRPr lang="en-US" sz="1200" dirty="0"/>
          </a:p>
        </p:txBody>
      </p:sp>
      <p:sp>
        <p:nvSpPr>
          <p:cNvPr id="61" name="Text 5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62" name="Text 51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Cold Boot · 1/5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三平台快速比較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47120" cy="45720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301752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RK3588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ZynqMP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RPi 4 (BCM2711)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6F6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Boot master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ARM core + BootROM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CSU (Conf. Security Unit)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VideoCore GPU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SPL 必要？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✓ 必要 (DDR init)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✓ 必要 (= FSBL)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6F6C"/>
                          </a:solidFill>
                        </a:rPr>
                        <a:t>✗ ARM 端沒有 SPL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DRAM init 由誰做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U-Boot SPL + rkbin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U-Boot SPL (PSU)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GPU firmware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進入 U-Boot proper 時 EL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EL2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EL2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EL2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Text base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0x00c00800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0x08000000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0x00080000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Defconfig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generic-rk3588_defconfig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xilinx_zynqmp_virt_defconfig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rpi_4_defconfig / rpi_arm64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RPi5 對應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6F6C"/>
                          </a:solidFill>
                        </a:rPr>
                        <a:t>u-boot-xlnx 有部分 BCM2712 支援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Cold Boot · 2/5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RK3588 — Cold Boot 完整路徑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216164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BootROM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(內部 mask ROM)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74290" y="1691640"/>
            <a:ext cx="216164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4290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SPL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(DDR init)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45659" y="1691640"/>
            <a:ext cx="2161642" cy="9144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5659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back_to_bootrom()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longjmp 回 BROM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7029" y="1691640"/>
            <a:ext cx="216164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7029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TF-A BL31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(BROM 重新載入)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88398" y="1691640"/>
            <a:ext cx="2161642" cy="91440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8398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proper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743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的 board_init_f()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035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arch/arm/mach-rockchip/spl.c:98-134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5943600" cy="265176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74720"/>
            <a:ext cx="5669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board_init_f(ulong dummy)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board_early_init_f();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spl_early_init();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arch_cpu_init();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rockchip_stimer_init();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...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dram_init();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boot device decided by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read_brom_bootsource_id() */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2743200"/>
            <a:ext cx="5120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2743200"/>
            <a:ext cx="73152" cy="32918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88036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22376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為什麼要 back_to_bootrom？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766560" y="329184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RK3588 的 BootROM 本身有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驗章 + 載入 next stage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的能力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任務：把 DDR 開起來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完成後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longjmp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回 BROM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BROM 接著載入 TF-A BL31 + U-Boot proper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好處：SPL 邏輯極簡，且 secure boot 鏈不斷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" y="6126480"/>
            <a:ext cx="11247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02920" y="6126480"/>
            <a:ext cx="73152" cy="4114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6126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關鍵檔案：spl.c · bootrom.c (save_boot_params:66) · rk3588/rk3588.c · sdram.c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42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Cold Boot · 3/5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ZynqMP — Cold Boot 完整路徑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216164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 BootROM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(含 secure boot)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74290" y="1691640"/>
            <a:ext cx="216164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4290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FSBL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U-Boot SPL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45659" y="1691640"/>
            <a:ext cx="2161642" cy="9144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5659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psu_uboot_init()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Vivado-generated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7029" y="1691640"/>
            <a:ext cx="216164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7029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TF-A BL31 + PMU FW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88398" y="1691640"/>
            <a:ext cx="2161642" cy="91440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8398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proper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743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ATF handoff 結構 — 怎麼告訴 BL31 跑到哪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035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arch/arm/mach-zynqmp/handoff.c:62-106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5943600" cy="265176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74720"/>
            <a:ext cx="5669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xfsbl_atf_handoff_params {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uint8_t magic[4];   /* = "XLNX"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uint8_t reserved[4];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uint64_t entry_point;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uint64_t flags;     /* EL, secure, ...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partition[2];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partition[0]: BL32 (TEE)  EL1+S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partition[1]: BL33 (U-Boot) EL2 */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2743200"/>
            <a:ext cx="5120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2743200"/>
            <a:ext cx="73152" cy="32918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88036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22376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為什麼用 "XLNX" magic？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766560" y="329184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TF-A 從 PMU shared memory 讀這個 struct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用來確認「我認識這個 layout」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FSBL 也支援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psu_uboot_init()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設 PSU pinmux/clock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(Vivado 工具產生的 .c)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好處：handoff 結構是公開合約，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可以替換 FSBL/SPL/TF-A 任一段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02920" y="6126480"/>
            <a:ext cx="11247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02920" y="6126480"/>
            <a:ext cx="73152" cy="4114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6126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關鍵檔案：spl.c (board_init_f:29) · handoff.c · zynqmp.c · configs/xilinx_zynqmp_virt_defconfig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Cold Boot · 4/5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Raspberry Pi 4/5 — Cold Boot 完整路徑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2161642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BootROM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(VideoCore)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74290" y="1691640"/>
            <a:ext cx="2161642" cy="9144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4290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bootcode.bin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(GPU)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45659" y="1691640"/>
            <a:ext cx="2161642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5659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start4.elf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config.txt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7029" y="1691640"/>
            <a:ext cx="2161642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7029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armstub8.bin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TF-A BL31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88398" y="1691640"/>
            <a:ext cx="2161642" cy="91440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8398" y="1691640"/>
            <a:ext cx="21616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kernel8.img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U-Boot proper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743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拿到控制權後的第一段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035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arch/arm/mach-bcm283x/init.c:43-142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5943600" cy="265176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74720"/>
            <a:ext cx="5669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struct mm_region bcm2711_mem_map[]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SDRAM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0x0,  0x0,  0xfc000000, NORMAL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SoC peripherals @ 0xfc000000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0xfc000000, 0xfc000000, 0x04000000,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DEVICE | UXN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dynamically swap memmap based on 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DT compatible string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rpi_update_mem_map();   /* line 106 */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2743200"/>
            <a:ext cx="5120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2743200"/>
            <a:ext cx="73152" cy="32918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88036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22376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RPi5 (BCM2712) 差異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766560" y="329184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init.c:70-98 新增 bcm2712_mem_map[]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bus 在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0x1000000000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（不再是 32-bit）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bus 在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0x107c000000</a:t>
            </a:r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"brcm,bcm2712"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為什麼動 mem map？因為 BCM2712 是 ARMv8.2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真正的 64-bit 位址空間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" y="6126480"/>
            <a:ext cx="11247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02920" y="6126480"/>
            <a:ext cx="73152" cy="4114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6126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關鍵檔案：init.c (rpi_update_mem_map:106) · msg.c (mailbox) · board/raspberrypi/rpi/rpi.c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Cold Boot · 5/5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共同交棒狀態 — U-Boot proper 接手時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91440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7830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不管三平台前面誰跑了什麼，PC 進入 _start 那一刻，狀態必須統一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417320" y="21945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這就是「移植自己 SoC 時，前一棒必須保證的合約」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" y="2788920"/>
            <a:ext cx="2139696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2788920"/>
            <a:ext cx="73152" cy="3383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536" y="301752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" y="35661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DRAM 已 init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85800" y="4069080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可讀寫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linear-mapped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(無 MMU 也能用)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779776" y="2788920"/>
            <a:ext cx="2139696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79776" y="2788920"/>
            <a:ext cx="73152" cy="3383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962656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301752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962656" y="35661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x0 = DTB ptr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2962656" y="4069080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從 x0 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FDT base address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save_boot_params() 存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056632" y="2788920"/>
            <a:ext cx="2139696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56632" y="2788920"/>
            <a:ext cx="73152" cy="338328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239512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017520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39512" y="35661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 EL2 (NS)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239512" y="4069080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TF-A BL31 已退到 EL3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SCR/HCR 設好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Non-secure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333488" y="2788920"/>
            <a:ext cx="2139696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333488" y="2788920"/>
            <a:ext cx="73152" cy="33832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516368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104" y="3017520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516368" y="35661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MMU/cache 關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7516368" y="4069080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或至少 identity-map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自己會接手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9610344" y="2788920"/>
            <a:ext cx="2139696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9610344" y="2788920"/>
            <a:ext cx="73152" cy="33832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9793224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9960" y="3017520"/>
            <a:ext cx="411480" cy="4114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793224" y="356616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 = _start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9793224" y="4069080"/>
            <a:ext cx="186537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__image_copy_start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addr 可任意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(因為 PIE)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Reset → board_init_f · 1/5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_start → pie_fixup (摘要)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100584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回顧伴讀篇：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pie_fixup 把 .rela.dyn 走過一遍，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load–link offset 就地修補絕對指標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arch/arm/cpu/armv8/start.S:20-105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5943600" cy="30175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91840"/>
            <a:ext cx="5669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_start: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reset                ; line 20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reset:                   ; line 55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save_boot_params       ; 保存 x0-x3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 apply_core_errata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pie_fixup */         ; line 61-105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走 __rel_dyn_start.._end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只處理 R_AARCH64_RELATIVE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兩處都加 (load-link)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_main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1691640"/>
            <a:ext cx="512064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691640"/>
            <a:ext cx="73152" cy="4526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82880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22376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為什麼必須這樣？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766560" y="233172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問題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編譯成 PIE → 連結器產 .rela.dyn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 C 程式裡有「絕對位址」(struct 內 fn ptr)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如果跳過 pie_fixup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第一個透過 struct 呼叫的函式 → 跳到 0x0XX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而不是 load addr + 0x0XX → 必崩潰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為什麼用 ASM 而不是 C？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runtime 還沒設好 (沒 stack, 沒 gd)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ASM 直接走 link 表，零 C 依賴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Reset → board_init_f · 2/5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_main — C runtime 開機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arch/arm/lib/crt0_64.S:67 — 從 ASM 進 C 的橋樑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55778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194560"/>
            <a:ext cx="73152" cy="1965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331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設第一條 stack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5212080" cy="6858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71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ldr x0, =CONFIG_SYS_INIT_SP_ADDR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bic sp, x0, #0xf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通常在 SRAM 或 DRAM 早期一塊；16-byte 對齊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194560"/>
            <a:ext cx="55778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194560"/>
            <a:ext cx="73152" cy="1965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95160" y="2331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board_init_f_alloc_reserve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2880360"/>
            <a:ext cx="5212080" cy="6858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971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x0, sp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 board_init_f_alloc_reserve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6118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SP 下方預留 gd + early malloc；回傳新 SP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297680"/>
            <a:ext cx="55778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297680"/>
            <a:ext cx="73152" cy="19659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4434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board_init_f_init_reserve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4983480"/>
            <a:ext cx="5212080" cy="6858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074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 board_init_f_init_reserve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" y="5715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清空 gd_t、設 x18 永遠指向 gd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4297680"/>
            <a:ext cx="55778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4297680"/>
            <a:ext cx="73152" cy="19659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95160" y="4434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board_init_f(0)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00800" y="4983480"/>
            <a:ext cx="5212080" cy="6858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50749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x0, #0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 board_init_f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5715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 C 世界！第一個任務是規劃搬家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6035040"/>
            <a:ext cx="11247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6035040"/>
            <a:ext cx="73152" cy="384048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035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為什麼用 x18？ ARM64 ABI 沒用 x18，U-Boot 拿來放 gd_t 指標，全程不變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Reset → board_init_f · 3/5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board_init_f — init_sequence_f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66928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common/board_f.c:1044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function pointer array, 逐一呼叫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三大任務：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（1）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基礎設施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(early malloc, pre-reloc DM)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（2）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 量測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(dram_init → ram_size)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（3）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 relocaddr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複製 gd 到 new_gd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為什麼分這麼多步？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每個 board 可以 weak-override 任一個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SoC porting 就靠這個彈性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關鍵函式（按執行順序）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2148840"/>
            <a:ext cx="5349240" cy="36576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40280"/>
            <a:ext cx="5074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init_fnc_t init_sequence_f[]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setup_mon_len,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initf_malloc,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arch_cpu_init,        /* SoC 客製!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initf_dm,             /* DM pre-reloc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dram_init,            /* SoC 客製!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setup_dest_addr,      /* 算 ram_top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reserve_video,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reserve_uboot,        /* relocaddr!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reserve_malloc,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reserve_global_data,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reserve_fdt,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setup_reloc,          /* 複製 gd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Reset → board_init_f · 4/5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setup_reloc + 記憶體規劃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common/board_f.c — setup_reloc()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5943600" cy="41148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5669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1. 算搬家偏移量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gd-&gt;reloc_off = gd-&gt;relocaddr 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(ulong)__image_copy_start;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2. 複製 gd 自己到 new_gd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memcpy((void *)gd-&gt;new_gd, gd,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sizeof(*gd));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3. 把 fdt 也搬過去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memcpy((void *)gd-&gt;new_fdt,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gd-&gt;fdt_blob, fdt_size);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4. 通知 crt0_64.S 開始搬家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由 crt0_64.S:114 接手 */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7960" y="17373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此時 DRAM 規劃出來的樣子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37960" y="2194560"/>
            <a:ext cx="521208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ram_top — DRAM 最高位址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37960" y="2587752"/>
            <a:ext cx="521208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5877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reserved video framebuffer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37960" y="3026664"/>
            <a:ext cx="5212080" cy="5029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02666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gd-&gt;relocaddr (U-Boot 將搬到這)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37960" y="3557016"/>
            <a:ext cx="521208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55701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 proper (mon_len)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37960" y="4178808"/>
            <a:ext cx="521208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41788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malloc pool (TOTAL_MALLOC_LEN)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37960" y="4663440"/>
            <a:ext cx="5212080" cy="4572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663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bd_info + new_gd + new_fdt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37960" y="5148072"/>
            <a:ext cx="5212080" cy="45720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514807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gd-&gt;start_addr_sp (新 SP)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Reset → board_init_f · 5/5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relocate_code (摘要)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arch/arm/lib/relocate_64.S:22-96 — 第二次重定位三步驟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194560"/>
            <a:ext cx="73152" cy="3383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memcpy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108960"/>
            <a:ext cx="3291840" cy="11887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0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ldp x10, x11, [x1], #16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stp x10, x11, [x0], #16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4389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__image_copy_start ~ _end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gd-&gt;relocaddr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(16-byte pair stores)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5212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:43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19456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2194560"/>
            <a:ext cx="73152" cy="33832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.rela.dyn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480560" y="3108960"/>
            <a:ext cx="3291840" cy="11887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200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和 pie_fixup 一樣的迴圈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 = relocaddr - link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例：0x7FF00000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4389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再走一次相對 relocation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寫入位置在「新」.text 內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5212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:60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92440" y="2194560"/>
            <a:ext cx="36576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92440" y="2194560"/>
            <a:ext cx="73152" cy="338328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7532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flush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275320" y="3108960"/>
            <a:ext cx="3291840" cy="11887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3200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 iallu                ; I-cache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 __asm_flush_dcache_range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 __asm_flush_l3_dcache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75320" y="4389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 .text 還在 D-cache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 flush 才能被 fetch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75320" y="5212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5760720"/>
            <a:ext cx="11247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5760720"/>
            <a:ext cx="73152" cy="50292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在呼叫前被設成「relocation_return + reloc_off」→ ret 後直接落在新 .text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board_init_r + DM · 1/5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board_init_r 入口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66928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common/board_r.c:786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搬家後正式上工的第二階段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進入時的狀態：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已經住到 DRAM 頂端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x18 仍指向 gd（已搬到 new_gd 位置）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在新 stack 上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BSS 已清空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現在可以做的事：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啟用 cache、用正式 malloc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重新跑 Driver Model（這次跑全部）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各個 device（含 MMC controller）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函式簽名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2148840"/>
            <a:ext cx="5349240" cy="18288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40280"/>
            <a:ext cx="5074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board_init_r(gd_t *new_gd,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ulong dest_addr)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從 init_sequence_r 開始跑 */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initcall_run_list(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init_sequence_r);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4160520"/>
            <a:ext cx="534924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4160520"/>
            <a:ext cx="73152" cy="20116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429768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086600" y="4251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為什麼把 init 切成兩段？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29400" y="470916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board_init_f：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在「未搬家」階段，只能用 BSS 內 early malloc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board_init_r：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搬家後 DRAM 全可用，DM/malloc/console 全活了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board_init_r + DM · 2/5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init_sequence_r — 跟 MMC 有關的函式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1124712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函式 (board_r.c)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1783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做什麼 / 跟 MMC 有什麼關係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11247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initr_reloc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21945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 GD_FLG_RELOC + GD_FLG_FULL_MALLOC_INIT — 之後 alloc 走真正的 malloc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06040"/>
            <a:ext cx="11247120" cy="411480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06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initr_caches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2606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啟用 CPU cache（很多 SoC 在 SPL 階段是關的）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11247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17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initr_malloc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0175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DRAM 頂端初始化 malloc arena，TOTAL_MALLOC_LEN 來自 reserve_malloc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11247120" cy="411480"/>
          </a:xfrm>
          <a:prstGeom prst="rect">
            <a:avLst/>
          </a:prstGeom>
          <a:solidFill>
            <a:srgbClr val="FEF6E1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29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initr_dm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4290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Model 第二次跑，這次連 non pre-reloc 的 driver 都會 probe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840480"/>
            <a:ext cx="11247120" cy="411480"/>
          </a:xfrm>
          <a:prstGeom prst="rect">
            <a:avLst/>
          </a:prstGeom>
          <a:solidFill>
            <a:srgbClr val="FEF6E1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8404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initr_dm_devices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09160" y="38404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DM 框架下需要在啟動時即用的 device (timer / mux)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251960"/>
            <a:ext cx="11247120" cy="411480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board_init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4251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板子專屬 GPIO/clock setup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663440"/>
            <a:ext cx="11247120" cy="411480"/>
          </a:xfrm>
          <a:prstGeom prst="rect">
            <a:avLst/>
          </a:prstGeom>
          <a:solidFill>
            <a:srgbClr val="FEF6E1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663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initr_env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46634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flash/MMC 載 environment 進 DRAM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5074920"/>
            <a:ext cx="11247120" cy="411480"/>
          </a:xfrm>
          <a:prstGeom prst="rect">
            <a:avLst/>
          </a:prstGeom>
          <a:solidFill>
            <a:srgbClr val="F4F7FA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074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console_init_r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50749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變正式 device — printf 從此印到 UART driver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5486400"/>
            <a:ext cx="11247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5486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run_main_loop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09160" y="54864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永不返回，進入 main_loop → cli_loop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5989320"/>
            <a:ext cx="11247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" y="5989320"/>
            <a:ext cx="73152" cy="384048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黃線 = 與 eMMC 載入直接相關的步驟。initr_dm 跑完才能用 MMC controller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board_init_r + DM · 3/5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Model 的 UCLASS_MMC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Uclass 是什麼？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的 DM 用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uclass = 介面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的概念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include/dm/uclass-id.h:97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UCLASS_MMC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所有 MMC controller 共用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好處：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上層 (mmc.c) 只透過 ops 呼叫，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不在乎你是 SDHCI / DWMMC / 自己刻的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63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MMC 在 DM 中的三層結構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46520" y="2194560"/>
            <a:ext cx="521208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21945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UCLASS_MMC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(介面：dm_mmc_ops)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46520" y="3246120"/>
            <a:ext cx="5212080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324612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driver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(zynq_sdhci / rockchip_dw_mmc / bcm2835_sdhci)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46520" y="4343400"/>
            <a:ext cx="5212080" cy="10515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46520" y="434340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tree node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"okay"; reg = &lt;...&gt;;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89320" y="2606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介面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89320" y="36576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實作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989320" y="47548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設定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263640" y="5486400"/>
            <a:ext cx="5486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63640" y="5486400"/>
            <a:ext cx="73152" cy="68580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0" y="548640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移植：你只要實作中間那層 — 寫 driver、bind 到 UCLASS_MMC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board_init_r + DM · 4/5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MMC controller 的 probe 流程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2176272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28800"/>
            <a:ext cx="73152" cy="4114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initr_dm 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181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device tree，遇到 MMC node 就 bind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70632" y="1828800"/>
            <a:ext cx="2176272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70632" y="1828800"/>
            <a:ext cx="73152" cy="4114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53512" y="274320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uclass bind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53512" y="3520440"/>
            <a:ext cx="181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lib_uclass_bind() 建 udevice + 註冊到 UCLASS_MMC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38344" y="1828800"/>
            <a:ext cx="2176272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38344" y="1828800"/>
            <a:ext cx="73152" cy="41148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21224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221224" y="274320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driver-&gt;probe()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21224" y="3520440"/>
            <a:ext cx="181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driver 自己的 .probe（讀 reg、設 clock）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06056" y="1828800"/>
            <a:ext cx="2176272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06056" y="1828800"/>
            <a:ext cx="73152" cy="411480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88936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488936" y="274320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mmc_init()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88936" y="3520440"/>
            <a:ext cx="181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 CMD0/CMD8/CMD1/CMD2 init flow，判 SD vs eMMC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73768" y="1828800"/>
            <a:ext cx="2176272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573768" y="1828800"/>
            <a:ext cx="73152" cy="411480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56648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756648" y="274320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bind blk child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756648" y="3520440"/>
            <a:ext cx="18105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UCLASS_BLK child，註冊 blk_desc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608076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6080760"/>
            <a:ext cx="73152" cy="45720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失敗 → 用 mmc list 看不到裝置 → 99% 的問題是 DT 或 clock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board_init_r + DM · 5/5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移植：你的 SoC 怎麼註冊 MMC controller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最少要做的三件事（同樣適用於任何 ARMv8-A SoC）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36576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148840"/>
            <a:ext cx="73152" cy="4023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331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寫 driver source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971800"/>
            <a:ext cx="3291840" cy="26974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6324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const struct dm_mmc_ops my_ops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.send_cmd      = my_send_cmd,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.set_ios       = my_set_ios,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.get_cd        = my_get_cd,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U_BOOT_DRIVER(my_mmc)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.name      = "my_mmc",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.id        = UCLASS_MMC,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.of_match  = my_ids,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.probe     = my_probe,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.ops       = &amp;my_ops,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5806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drivers/mmc/my_mmc.c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2148840"/>
            <a:ext cx="36576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2148840"/>
            <a:ext cx="73152" cy="4023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74920" y="2331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提供 DT binding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0560" y="2971800"/>
            <a:ext cx="3291840" cy="26974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06324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mmc@ff000000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compatible = "acme,my-mmc";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 = &lt;0xff000000 0x1000&gt;;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interrupts = &lt;GIC_SPI 42 ...&gt;;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clocks = &lt;&amp;clk MY_MMC_CLK&gt;;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bus-width = &lt;8&gt;;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status = "okay";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0" y="5806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arch/arm/dts/my-soc.dtsi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92440" y="2148840"/>
            <a:ext cx="36576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92440" y="2148840"/>
            <a:ext cx="73152" cy="40233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869680" y="2331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開 Kconfig + defconfig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75320" y="2971800"/>
            <a:ext cx="3291840" cy="26974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3063240"/>
            <a:ext cx="3017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drivers/mmc/Kconfig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MMC_MY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"Acme MMC controller"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depends on DM_MMC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MMC_HW_PARTITIONING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configs/my_board_defconfig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CONFIG_DM_MMC=y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CONFIG_MMC_MY=y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CONFIG_SUPPORT_EMMC_BOOT=y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75320" y="5806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Kconfig + defconfig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MMC 子系統 · 1/6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整體 layer 圖 — User 到 Controller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737360"/>
            <a:ext cx="9418320" cy="6400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1737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CLI / 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"mmc read 0x100000 0 0x100"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89320" y="23317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441448"/>
            <a:ext cx="9418320" cy="4572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44144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parser  cmd/mmc.c (do_mmc_read)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28529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2962656"/>
            <a:ext cx="9418320" cy="4572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296265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 layer (optional)  fs/fs.c (load → _fs_read)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337413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3483864"/>
            <a:ext cx="941832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348386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layer  drivers/block/blk-uclass.c (blk_dread → ops-&gt;read)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38953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4005072"/>
            <a:ext cx="94183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400507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core  drivers/mmc/mmc.c (mmc_bread → mmc_read_blocks → mmc_send_cmd)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89320" y="44622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371600" y="4572000"/>
            <a:ext cx="94183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08760" y="45720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uclass  drivers/mmc/mmc-uclass.c (dm_mmc_send_cmd → ops-&gt;send_cmd)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50292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371600" y="5138928"/>
            <a:ext cx="941832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513892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driver  sdhci.c / dwmmc.c / vendor-specific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55961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371600" y="5705856"/>
            <a:ext cx="9418320" cy="4572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08760" y="5705856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 registers (write CMD, wait IRQ, read response)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173736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3337560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5897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881360" y="17373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接下來的章節依層展開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42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MMC 子系統 · 2/6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三個關鍵 struct — include/mmc.h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73152" cy="4389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mmc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350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include/mmc.h:747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3291840" cy="27432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78892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mmc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udevice *dev;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blk_desc *block_dev;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struct mmc_ops *ops;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 read_bl_len;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 high_capacity;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 part_config;   /* EXT_CSD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 selected_mode;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 clock;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 bus_width;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... 50+ fields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5486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代表一張卡的「軟體狀態」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78308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783080"/>
            <a:ext cx="73152" cy="43891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mmc_cmd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480560" y="2350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include/mmc.h:437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697480"/>
            <a:ext cx="3291840" cy="27432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78892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mmc_cmd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ushort cmdidx;     /* CMD17 etc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  resp_type;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  cmdarg;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  response[4];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cmdidx 對照 MMC spec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MMC_CMD_READ_SINGLE_BLOCK  17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MMC_CMD_READ_MULTIPLE_BLOCK 18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5486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一次「命令」的所有訊息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2440" y="1783080"/>
            <a:ext cx="36576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92440" y="1783080"/>
            <a:ext cx="73152" cy="43891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920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mmc_data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275320" y="2350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include/mmc.h:444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75320" y="2697480"/>
            <a:ext cx="3291840" cy="27432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78892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mmc_data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*dest;     /* read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char *src;/* write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 flags;       /* DATA_READ 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/  DATA_WRITE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 blocks;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 blocksize;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75320" y="54864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如果命令帶資料 → 多帶這個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6035040"/>
            <a:ext cx="11247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6035040"/>
            <a:ext cx="73152" cy="36576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這三個 struct = 整個 MMC 子系統的「資料合約」— driver 必看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MMC 子系統 · 3/6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dm_mmc_ops — 你的 driver 要實作的介面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include/mmc.h:458-548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5943600" cy="42976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5669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dm_mmc_ops {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(*send_cmd)(struct udevice *dev,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struct mmc_cmd *cmd,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struct mmc_data *data);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(*set_ios)(struct udevice *dev);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(*get_cd)(struct udevice *dev);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(*get_wp)(struct udevice *dev);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(*execute_tuning)(struct udevice *dev,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uint opcode);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(*wait_dat0)(struct udevice *dev,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int state, int timeout_us);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(*set_enhanced_strobe)(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struct udevice *dev);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(*host_power_cycle)(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struct udevice *dev);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(*get_b_max)(struct udevice *dev,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void *dst, lbaint_t blkcnt);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1691640"/>
            <a:ext cx="512064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691640"/>
            <a:ext cx="73152" cy="4754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最少要實作哪幾個？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0" y="2377440"/>
            <a:ext cx="777240" cy="5486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3774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2377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send_cmd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72600" y="23774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發送一個 CMDxx 給卡，回 response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3017520"/>
            <a:ext cx="777240" cy="5486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30175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35240" y="3017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set_ios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72600" y="30175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 clock / bus_width / signal voltage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3657600"/>
            <a:ext cx="777240" cy="548640"/>
          </a:xfrm>
          <a:prstGeom prst="rect">
            <a:avLst/>
          </a:prstGeom>
          <a:solidFill>
            <a:srgbClr val="F2B134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36576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35240" y="36576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7260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Detect — SD 必要、eMMC 通常常數 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66560" y="4297680"/>
            <a:ext cx="77724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42976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HS200+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35240" y="4297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execute_tuning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72600" y="4297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 tuning（傳 CMD21 / CMD19）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66560" y="4937760"/>
            <a:ext cx="77724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49377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HS400ES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35240" y="4937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set_enhanced_strobe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72600" y="4937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啟用 HS400 enhanced strobe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5577840"/>
            <a:ext cx="77724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5577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選用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35240" y="55778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wait_dat0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72600" y="5577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 DAT0 不忙再繼續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MMC 子系統 · 4/6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eMMC vs SD — 差異點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247120" cy="4206240"/>
        </p:xfrm>
        <a:graphic>
          <a:graphicData uri="http://schemas.openxmlformats.org/drawingml/2006/table">
            <a:tbl>
              <a:tblPr/>
              <a:tblGrid>
                <a:gridCol w="2560320"/>
                <a:gridCol w="4343400"/>
                <a:gridCol w="4343400"/>
              </a:tblGrid>
              <a:tr h="6008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面向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SD Card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eMMC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6F6C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物理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可插拔；有 card detect pin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BGA 焊在板上；通常無 CD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Init 流程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CMD0 → CMD8 → ACMD41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CMD0 → CMD1 (一直送)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高速模式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UHS-I (SDR104) / UHS-II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6F6C"/>
                          </a:solidFill>
                        </a:rPr>
                        <a:t>HS200 / HS400 / HS400ES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Partition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User area + MBR/GPT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6F6C"/>
                          </a:solidFill>
                        </a:rPr>
                        <a:t>User + Boot1/Boot2 + RPMB + GP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Boot 場景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BootROM 從 sector 0 抓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BootROM 從 Boot1/2 抓</a:t>
                      </a:r>
                      <a:endParaRPr lang="en-US" sz="11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</a:rPr>
                        <a:t>U-Boot 對應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通用 mmc.c init path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 mmc_select_hs400() + partconf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608076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6080760"/>
            <a:ext cx="73152" cy="45720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同一份 mmc.c 處理兩者；差異在 init flow 分支 + EXT_CSD 操作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MMC 子系統 · 5/6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eMMC partition 概念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一顆 eMMC = 多個獨立邏輯區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10972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94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(default)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2194560"/>
            <a:ext cx="4846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2880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Area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主要存放 OS / rootfs /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(可被分區成 MBR/GPT)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1097280" cy="68580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71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91640" y="2971800"/>
            <a:ext cx="4846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2880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 Partition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BootROM 可從這抓 BL2/SPL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常配 4 MB / 8 MB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1097280" cy="68580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490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91640" y="3749040"/>
            <a:ext cx="4846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8288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 Partition 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備用 / A/B update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同樣大小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1097280" cy="68580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262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91640" y="4526280"/>
            <a:ext cx="4846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82880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RPMB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Protected Memory Block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 replay 的 secure 區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5303520"/>
            <a:ext cx="109728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3035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91640" y="5303520"/>
            <a:ext cx="48463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828800" y="5349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Purpose 1-4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28800" y="5623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(可選) 通用獨立區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常給 secure data 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1691640"/>
            <a:ext cx="489204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58000" y="1691640"/>
            <a:ext cx="73152" cy="47548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partition 切換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4088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透過 EXT_CSD[179] = PART_CONF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40880" y="2606040"/>
            <a:ext cx="4526280" cy="13258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78040" y="2697480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U-Boot CLI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partconf &lt;dev&gt; &lt;ack&gt;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&lt;boot&gt; &lt;access&gt;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例：切到 Boot 1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partconf 0 1 1 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4069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背後 = mmc_switch()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04088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drivers/mmc/mmc.c:1117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40880" y="4663440"/>
            <a:ext cx="4526280" cy="14173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4754880"/>
            <a:ext cx="4251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mmc_switch(mmc,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EXT_CSD_CMD_SET_NORMAL,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EXT_CSD_PART_CONF,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new_value);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MMC 子系統 · 6/6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 device 層 — blk_desc 是什麼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include/blk.h:55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5943600" cy="32004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blk_desc {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udevice *bdev;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enum uclass_id uclass_id;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   devnum;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unsigned char hwpart;  /* eMMC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lbaint_t lba;          /* 總 block 數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unsigned long blksz;   /* 512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   log2blksz;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    vendor[40+1];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    product[20+1];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    revision[8+1];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691640"/>
            <a:ext cx="512064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691640"/>
            <a:ext cx="73152" cy="4754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blk_dread() 怎麼派發到 MMC？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66560" y="2331720"/>
            <a:ext cx="4754880" cy="365760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42316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drivers/block/blk-uclass.c:517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blk_dread(desc, blk, cnt, buf)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blk_read(desc-&gt;bdev, ...)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:432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blk_read(dev, ...)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ops = blk_get_ops(dev);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ops-&gt;read(dev, ...);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mmc-uclass 註冊的 read =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mmc_bread() in mmc.c:507 */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5486400"/>
            <a:ext cx="1124712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5486400"/>
            <a:ext cx="73152" cy="73152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重點：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blk layer 不知道、不關心你是 MMC/USB/NVMe — </a:t>
            </a:r>
            <a:pPr indent="0" marL="0"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派發是靠 uclass_id 找到 child driver 的 read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Controller Drivers · 1/5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RK3588 — 兩種 MMC controller 並存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822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1755648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drivers/mmc/rockchip_dw_mmc.c  +  drivers/mmc/rockchip_sdhci.c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10312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(SDHCI for eMMC, DWMMC for SD/SDIO)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5943600" cy="34747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rockchip_sdhci.c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rockchip_sdhci_probe(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udevice *dev)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1. ioremap registers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2. set 200 MHz base clock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3. mmc_of_parse() 讀 DT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4. 註冊 dm_mmc_ops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U_BOOT_DRIVER(rockchip_sdhci_5_1) = {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.name      = "rockchip-sdhci-5.1",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.id        = UCLASS_MMC,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.of_match  = sdhci_ids,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.ops       = &amp;arasan_sdhci_ops,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743200"/>
            <a:ext cx="5120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2743200"/>
            <a:ext cx="73152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88036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2376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為什麼分兩個 driver？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766560" y="333756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RK3588 上：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eMMC 走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SDHCI (Arasan core)</a:t>
            </a:r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SD/SDIO 走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DesignWare MMC</a:t>
            </a:r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因為兩種控制器的 PHY 與時序差異很大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SDHCI 處理 HS200/HS400 較容易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6236208"/>
            <a:ext cx="112471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" y="6236208"/>
            <a:ext cx="73152" cy="201168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623620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CONFIG_MMC_DW_ROCKCHIP=y  +  CONFIG_MMC_SDHCI=y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Controller Drivers · 2/5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ZynqMP — Arasan SDHCI + tap delay tuning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822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1755648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drivers/mmc/zynq_sdhci.c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10312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drivers/mmc/sdhci.c (通用 SDHCI)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5943600" cy="34747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arasan_sdhci_execute_tuning(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mmc *mmc, u8 opcode)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1. 把 tap 設成 max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2. 一邊調 ITAP / OTAP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*    一邊送 CMD21 (HS200)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3. 記錄成功的 tap window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4. 設到 window 中點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*    = stable point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DT compat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"xlnx,zynqmp-8.9a"  /* ZynqMP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"xlnx,versal-8.9a"  /* Versal  */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743200"/>
            <a:ext cx="5120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2743200"/>
            <a:ext cx="73152" cy="3474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88036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2376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為什麼要 tuning？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766560" y="333756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HS200/HS400 = 200 MHz 時鐘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走線到卡的延遲不可忽略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Arasan PHY 提供 ITAP/OTAP delay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跑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execute_tuning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自動掃出穩定點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失敗就降速到 HS52 (52 MHz)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6236208"/>
            <a:ext cx="112471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" y="6236208"/>
            <a:ext cx="73152" cy="201168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623620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CONFIG_MMC_SDHCI_ZYNQ=y  +  CONFIG_SUPPORT_EMMC_BOOT=y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42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Controller Drivers · 3/5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Raspberry Pi 4 (BCM2711) — bcm2835_sdhci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8229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1755648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drivers/mmc/bcm2835_sdhci.c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10312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drivers/mmc/bcm2835_sdhost.c (legacy)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5943600" cy="34747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probe() 開頭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bcm2835_power_on_module(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BCM2835_MBOX_POWER_DEVID_SDHCI);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GPU 提供 clock 給 SDHCI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 = bcm2835_get_mmc_clock(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BCM2835_MBOX_CLOCK_ID_EMMC);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然後 fall through 到 generic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sdhci_setup_cfg(&amp;host-&gt;cfg,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clock, ...);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sdhci_probe(dev);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DT compat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"brcm,bcm2835-emmc2"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"brcm,bcm2711-emmc2"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743200"/>
            <a:ext cx="5120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2743200"/>
            <a:ext cx="73152" cy="34747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88036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2376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為什麼要跟 GPU 講話？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766560" y="333756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VideoCore 才是真 boot master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gate + clock 都由 GPU 管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透過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mailbox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跟 GPU 要：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「打開 SDHCI 電源」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「告訴我 EMMC clock 是多少」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arch/arm/mach-bcm283x/msg.c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6236208"/>
            <a:ext cx="112471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" y="6236208"/>
            <a:ext cx="73152" cy="201168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623620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CONFIG_MMC_SDHCI=y  +  CONFIG_MMC_SDHCI_BCM2835=y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Controller Drivers · 4/5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Raspberry Pi 5 (BCM2712) — bcmstb_sdhci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2471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8229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64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1755648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drivers/mmc/bcmstb_sdhci.c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10312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(SDHCI 變種，與 RPi4 不同 driver)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743200"/>
            <a:ext cx="5943600" cy="34747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5669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DT compat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"brcm,bcm2712-sdhci"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"brcm,sdhci-brcmstb"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主要差異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1. 不再走 mailbox 拿 clock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   SoC 內就有 cprman 提供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2. 支援 64-bit DMA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   (BCM2712 有真實 64-bit 匯流排)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3. tuning sequence 也不同 */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mem map 也跟著動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arch/arm/mach-bcm283x/init.c:70 */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bcm2712_mem_map[] {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0x0,          DRAM },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0x1000000000, AXI bus },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0x107c000000, SoC bus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743200"/>
            <a:ext cx="5120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0" y="2743200"/>
            <a:ext cx="73152" cy="34747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880360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22376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為什麼跟 RPi4 不同 driver？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766560" y="333756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BCM2712 是 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ARMv8.2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真 64-bit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位址跳到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0x107c000000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SDHCI 控制器也升級 </a:t>
            </a:r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(Broadcom STB IP)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u-boot-xlnx tree 已有部分支援，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EF6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 board code 尚不完整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6236208"/>
            <a:ext cx="1124712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" y="6236208"/>
            <a:ext cx="73152" cy="201168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623620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u-boot-xlnx 有 bcmstb_sdhci.c 與 bcm2712 mem map，但 RPi5 board 尚未完整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Controller Drivers · 5/5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三平台 MMC driver 對照表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47120" cy="457200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2286000"/>
                <a:gridCol w="2286000"/>
                <a:gridCol w="2286000"/>
              </a:tblGrid>
              <a:tr h="6531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RK3588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ZynqMP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RPi 4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6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RPi 5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6F6C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eMMC driver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rockchip_sdhci.c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zynq_sdhci.c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bcm2835_sdhci.c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bcmstb_sdhci.c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SD driver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rockchip_dw_mmc.c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(同 eMMC)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(同 eMMC)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(同 eMMC)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IP core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Arasan (eMMC) +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DW (SD)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Arasan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Arasan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Broadcom STB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支援速度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HS400 ES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HS200 / HS400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(需 tap tuning)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HS200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HS200 / HS400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Clock 來源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CRU (內建)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PSU clock tree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F6F6C"/>
                          </a:solidFill>
                        </a:rPr>
                        <a:t>GPU mailbox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6"/>
                          </a:solidFill>
                        </a:rPr>
                        <a:t>cprman (內建)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</a:rPr>
                        <a:t>CONFIG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MMC_SDHCI +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MMC_DW_ROCKCHIP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MMC_SDHCI_ZYNQ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MMC_SDHCI_BCM2835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MMC_SDHCI_BCMSTB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42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mmc read 全路徑 · 1/5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起點：使用者下了一道 mmc read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1124712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11247120" cy="16459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10972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C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U-Boot=&gt; </a:t>
            </a:r>
            <a:pPr indent="0" marL="0">
              <a:buNone/>
            </a:pPr>
            <a:r>
              <a:rPr lang="en-US" sz="14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read 0x80000000 0x40 0x100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read: dev # 0, block # 64, count 256 ... 256 blocks read: OK
</a:t>
            </a:r>
            <a:pPr indent="0" marL="0">
              <a:buNone/>
            </a:pPr>
            <a:r>
              <a:rPr lang="en-US" sz="1400" b="1" dirty="0">
                <a:solidFill>
                  <a:srgbClr val="00C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U-Boot=&gt;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611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這一行做了什麼？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" y="4069080"/>
            <a:ext cx="270891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4069080"/>
            <a:ext cx="73152" cy="1874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251960"/>
            <a:ext cx="2343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0x80000000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" y="484632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 目的位址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(讀完的 sector 倒這)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48990" y="4069080"/>
            <a:ext cx="270891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48990" y="4069080"/>
            <a:ext cx="73152" cy="1874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1870" y="4251960"/>
            <a:ext cx="2343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0x40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531870" y="484632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起始 block 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 第 64 個 sector)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5060" y="4069080"/>
            <a:ext cx="270891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5060" y="4069080"/>
            <a:ext cx="73152" cy="1874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7940" y="4251960"/>
            <a:ext cx="2343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0x100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77940" y="484632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要讀幾個 block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(= 256 個 sector = 128KB)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41130" y="4069080"/>
            <a:ext cx="270891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41130" y="4069080"/>
            <a:ext cx="73152" cy="1874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24010" y="4251960"/>
            <a:ext cx="2343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 # 0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24010" y="4846320"/>
            <a:ext cx="23431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預設 device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(可用 mmc dev N 切換)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mmc read 全路徑 · 2/5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1：cmd/mmc.c — do_mmc_read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cmd/mmc.c:350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6858000" cy="42062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6583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do_mmc_read(struct cmd_tbl *cmdtp,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int flag, int argc,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char *const argv[])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mmc *mmc;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*addr;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cnt;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blk;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 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1. 找/初始化 MMC 裝置 */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mmc = init_mmc_device(curr_device, false);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2. 解析引數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 = (void *)hextoul(argv[1], NULL);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blk  = hextoul(argv[2], NULL);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cnt  = hextoul(argv[3], NULL);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3. 拿 blk_desc + 派發到 block layer */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blk_dread(mmc_get_blk_desc(mmc),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blk, cnt, addr);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(n == cnt) ? 0 :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0" y="2057400"/>
            <a:ext cx="42519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0" y="2057400"/>
            <a:ext cx="73152" cy="4206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1945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04672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為什麼這樣設計？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80960" y="2606040"/>
            <a:ext cx="3977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parse 與 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硬體操作分離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cmd/mmc.c 只負責：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CLI 字串變數字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找對 mmc device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呼叫通用 blk_dread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同一個 cmd 可以服務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任何 MMC controller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42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mmc read 全路徑 · 3/5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2：blk-uclass.c — 通用 block 層派發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drivers/block/blk-uclass.c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5669280" cy="20116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:517 — 給舊 API 用的 wrapper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ulong blk_dread(struct blk_desc *desc,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lbaint_t start,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lbaint_t blkcnt,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void *buf)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blk_read(desc-&gt;bdev,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start, blkcnt, buf);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2057400"/>
            <a:ext cx="5669280" cy="201168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488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:432 — 真正派發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blk_read(struct udevice *dev,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lbaint_t start,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lbaint_t blkcnt, void *buf)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struct blk_ops *ops =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blk_get_ops(dev);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ops-&gt;read(dev, start,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blkcnt, buf);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4297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MMC 把自己的 .read = mmc_bread 註冊到 blk_ops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754880"/>
            <a:ext cx="112471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4754880"/>
            <a:ext cx="73152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89204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8872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為什麼有 blk layer 這層抽象？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88720" y="525780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/ EXT4 / FIT image 不在乎你是 MMC 還是 USB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它們都呼叫 blk_dread，由 blk layer 派發到正確的 driver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新增一個 storage type，filesystem code 不用改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mmc read 全路徑 · 4/5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3：mmc.c — 真的開始發 CMD17/18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drivers/mmc/mmc.c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11247120" cy="416052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109728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:507 — DM-aware wrapper                                     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ulong mmc_bread(struct udevice *dev, lbaint_t start,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lbaint_t blkcnt, void *dst)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mmc *mmc = mmc_get_mmc_dev(dev);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1. 確認 block length = 512 (透過 SET_BLOCKLEN)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(mmc_set_blocklen(mmc, mmc-&gt;read_bl_len)) return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2. 大量讀的話，可能切多次 mmc_read_blocks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 { mmc_read_blocks(mmc, dst, start, cur); ... } while (...);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:464 — 真正組 cmd */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ulong mmc_read_blocks(struct mmc *mmc, void *dst,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lbaint_t start, lbaint_t blkcnt) {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mmc_cmd  cmd  = {0};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mmc_data data = {0};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cmd.cmdidx = (blkcnt &gt; 1) ? MMC_CMD_READ_MULTIPLE_BLOCK   /* 18 */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: MMC_CMD_READ_SINGLE_BLOCK;   /* 17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cmd.cmdarg = mmc-&gt;high_capacity ? start : start * mmc-&gt;read_bl_len;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data.dest = dst; data.blocks = blkcnt; data.flags = MMC_DATA_READ;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(mmc_send_cmd(mmc, &amp;cmd, &amp;data)) return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(blkcnt &gt; 1) mmc_send_stop_transmission(mmc, 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mmc read 全路徑 · 5/5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4：sdhci.c — 寫到硬體 register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drivers/mmc/sdhci.c:201 — sdhci_send_command()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6400800" cy="42062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sdhci_send_command(struct mmc *mmc,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struct mmc_cmd *cmd,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struct mmc_data *data)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sdhci_host *host = mmc-&gt;priv;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1. 等 CMD/DAT inhibit 清掉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(sdhci_readl(host, SDHCI_PRESENT_STATE)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&amp; mask) udelay(1);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2. 清 IRQ status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sdhci_writel(host, SDHCI_INT_ALL_MASK,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SDHCI_INT_STATUS);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3. 設 argument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sdhci_writel(host, cmd-&gt;cmdarg,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SDHCI_ARGUMENT);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4. 寫 cmdidx + flags → 觸發！ */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sdhci_writew(host, SDHCI_MAKE_CMD(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cmd-&gt;cmdidx, flags),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SDHCI_COMMAND);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5. 等完成、抓 response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cmd-&gt;response[0] = sdhci_readl(host,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SDHCI_RESPONSE);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40880" y="2057400"/>
            <a:ext cx="47091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23760" y="2194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這一刻發生在硬體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23760" y="2697480"/>
            <a:ext cx="43891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6974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writes SDHCI_COMMAND reg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223760" y="309981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3300984"/>
            <a:ext cx="43891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33009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推 CMD17 上 CMD 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23760" y="370332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3904488"/>
            <a:ext cx="4389120" cy="384048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390448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eMMC 收到 → 回 R1 response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430682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23760" y="4507992"/>
            <a:ext cx="4389120" cy="384048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45079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eMMC 把 512 byte 推上 DAT0-7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23760" y="491032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23760" y="5111496"/>
            <a:ext cx="4389120" cy="384048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511149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DMA / PIO 把資料寫進 RAM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42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載入劇本 · 1/4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 階段：從 eMMC 載 U-Boot proper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common/spl/spl_mmc.c:365 — spl_mmc_load()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6858000" cy="4206240"/>
          </a:xfrm>
          <a:prstGeom prst="rect">
            <a:avLst/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6583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spl_mmc_load(struct spl_image_info *spl_image,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struct spl_boot_device *bootdev, 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1. BOOT_DEVICE_MMC1 → mmc_dev = 0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 = spl_mmc_get_device_index(bootdev-&gt;boot_device);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2. mmc_init()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 = spl_mmc_find_device(&amp;mmc, bootdev);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3. 決定要從 user 還是 boot partition 讀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boot_mode = spl_mmc_boot_mode(...);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 (boot_mode) {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MMCSD_MODE_EMMCBOOT: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切到 boot1 / boot2 */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blk_dselect_hwpart(blk, boot_part);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fall through to RAW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MMCSD_MODE_RAW: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讀絕對 sector 或從 partition */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 = mmc_load_image_raw_sector(...);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4EC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0" y="2057400"/>
            <a:ext cx="425196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0" y="2057400"/>
            <a:ext cx="73152" cy="420624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21945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13816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為什麼要分這幾種 mode？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680960" y="2606040"/>
            <a:ext cx="3977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EMMCBOOT：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從 Boot1/Boot2 partition 讀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好處：跟 user data 隔離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ZynqMP 預設用這個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USE_SECTOR：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從固定 sector offset 讀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RK3588 預設這個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USE_PARTITION：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從 MBR/GPT 分區讀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42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載入劇本 · 2/4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 階段：load mmc 載入 FIT image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11247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6400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場景：</a:t>
            </a:r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proper 已啟動，要從 eMMC 第 1 個 partition 載入 FIT image 到 0x10000000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5669280" cy="16459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060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U-Boot=&gt; </a:t>
            </a:r>
            <a:pPr indent="0" marL="0">
              <a:buNone/>
            </a:pPr>
            <a:r>
              <a:rPr lang="en-US" sz="1100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dev 0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to partitions #0, OK
</a:t>
            </a:r>
            <a:pPr indent="0" marL="0">
              <a:buNone/>
            </a:pPr>
            <a:r>
              <a:rPr lang="en-US" sz="1100" b="1" dirty="0">
                <a:solidFill>
                  <a:srgbClr val="00C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U-Boot=&gt; </a:t>
            </a:r>
            <a:pPr indent="0" marL="0">
              <a:buNone/>
            </a:pPr>
            <a:r>
              <a:rPr lang="en-US" sz="1100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mmc 0:1 0x10000000 image.fit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53872 bytes read in 12 ms
</a:t>
            </a:r>
            <a:pPr indent="0" marL="0">
              <a:buNone/>
            </a:pPr>
            <a:r>
              <a:rPr lang="en-US" sz="1100" b="1" dirty="0">
                <a:solidFill>
                  <a:srgbClr val="00C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U-Boot=&gt; </a:t>
            </a:r>
            <a:pPr indent="0" marL="0">
              <a:buNone/>
            </a:pPr>
            <a:r>
              <a:rPr lang="en-US" sz="1100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bootm 0x10000000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2514600"/>
            <a:ext cx="539496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檔案 / 呼叫鏈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37960" y="310896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cmd/fs.c:25  do_load_wrapper()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fs/fs.c:795  do_load()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 fs_set_blk_dev / _fs_read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fs/fat/fat.c:1311  fat_read_file()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 走 blk layer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blk-uclass.c  blk_dread()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mmc.c  mmc_bread() (CMD17/18)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434840"/>
            <a:ext cx="56692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4434840"/>
            <a:ext cx="73152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「0:1」是什麼？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846320"/>
            <a:ext cx="5349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「0」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device number (mmc 0 = eMMC)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「:1」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MBR/GPT partition #1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F6F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「image.fit」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filesystem 上的檔名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filesystem 通常是 FAT/EXT4，自動偵測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42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載入劇本 · 3/4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寫 eMMC：mmc write / mmc partconf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5669280" cy="429768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548640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C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U-Boot=&gt; </a:t>
            </a:r>
            <a:pPr indent="0" marL="0">
              <a:buNone/>
            </a:pPr>
            <a:r>
              <a:rPr lang="en-US" sz="1100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dev 0 1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to partitions #1 (boot1), OK
</a:t>
            </a:r>
            <a:pPr indent="0" marL="0">
              <a:buNone/>
            </a:pPr>
            <a:r>
              <a:rPr lang="en-US" sz="1100" b="1" dirty="0">
                <a:solidFill>
                  <a:srgbClr val="00C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U-Boot=&gt; </a:t>
            </a:r>
            <a:pPr indent="0" marL="0">
              <a:buNone/>
            </a:pPr>
            <a:r>
              <a:rPr lang="en-US" sz="1100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write 0x10000000 0 0x100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write: dev # 0, block # 0, count 256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blocks written: OK
</a:t>
            </a:r>
            <a:pPr indent="0" marL="0">
              <a:buNone/>
            </a:pPr>
            <a:r>
              <a:rPr lang="en-US" sz="1100" b="1" dirty="0">
                <a:solidFill>
                  <a:srgbClr val="00C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U-Boot=&gt; </a:t>
            </a:r>
            <a:pPr indent="0" marL="0">
              <a:buNone/>
            </a:pPr>
            <a:r>
              <a:rPr lang="en-US" sz="1100" dirty="0">
                <a:solidFill>
                  <a:srgbClr val="F2B1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partconf 0 1 1 1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 eMMC config: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EXT_CSD[179] PARTITION_CONFIG: 0x48
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BOOT_ACK=1, BOOT_PART=1, PART_ACCESS=1
</a:t>
            </a:r>
            <a:pPr indent="0" marL="0">
              <a:buNone/>
            </a:pPr>
            <a:r>
              <a:rPr lang="en-US" sz="1100" b="1" dirty="0">
                <a:solidFill>
                  <a:srgbClr val="00C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U-Boot=&gt; 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3492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783080"/>
            <a:ext cx="73152" cy="42976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2024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典型刷機流程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583680" y="2377440"/>
            <a:ext cx="457200" cy="5943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23774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32320" y="23774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切到 boot1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32320" y="26517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dev 0 1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83680" y="3090672"/>
            <a:ext cx="457200" cy="5943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309067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132320" y="309067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寫入 SPL/U-Boot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32320" y="336499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write &lt;ram&gt; &lt;sector&gt; &lt;cnt&gt;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83680" y="3803904"/>
            <a:ext cx="457200" cy="5943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0" y="38039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132320" y="3803904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PART_CONF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32320" y="407822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partconf 0 1 1 1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583680" y="4517136"/>
            <a:ext cx="457200" cy="5943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0" y="451713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132320" y="451713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切回 user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32320" y="4791456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dev 0 0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583680" y="5230368"/>
            <a:ext cx="457200" cy="5943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0" y="523036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132320" y="52303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 rootfs/env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132320" y="55046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write …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02920" y="6217920"/>
            <a:ext cx="11247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02920" y="6217920"/>
            <a:ext cx="73152" cy="36576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008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partconf 寫進 EXT_CSD 是「永久生效」(不像 partition 切換)，移植驗證時注意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42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載入劇本 · 4/4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RPMB &amp; secure boot — eMMC 的安全角度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691640"/>
            <a:ext cx="73152" cy="448056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RPMB partition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Protected Memory Block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6974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存什麼？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key / monotonic counters / secure data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 secure？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每筆寫入由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HMAC-SHA256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簽章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在生產時燒進 eMMC，OS 只能驗章不能改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counter 防 replay attack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透過 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rpmb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命令操作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691640"/>
            <a:ext cx="5486400" cy="4480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691640"/>
            <a:ext cx="73152" cy="4480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745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eMMC secure boot 鏈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537960" y="2423160"/>
            <a:ext cx="502920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29400" y="2423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BootROM 內嵌 root key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537960" y="2926080"/>
            <a:ext cx="5029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29400" y="2926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驗 SPL 簽章 → 載入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537960" y="3429000"/>
            <a:ext cx="50292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62940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SPL 驗 TF-A 簽章 → 載入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537960" y="3931920"/>
            <a:ext cx="50292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62940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TF-A 驗 U-Boot 簽章 → 載入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537960" y="4434840"/>
            <a:ext cx="5029200" cy="45720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29400" y="4434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U-Boot 驗 FIT image 簽章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537960" y="4937760"/>
            <a:ext cx="5029200" cy="45720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629400" y="4937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Linux kernel + initrd 上場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537960" y="5532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每一棒簽章驗失敗就 brick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537960" y="5806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 image 簽章邏輯：boot/image-fit-sig.c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42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移植 checklist · 1/3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你要做的最小集 (any ARMv8-A SoC)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55549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73152" cy="22402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371600" y="1965960"/>
            <a:ext cx="4640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Pre-SPL: 進入 _start 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560320"/>
            <a:ext cx="45948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BootROM 或前一棒必須做到：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DRAM 已 init (可讀寫)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跳到 EL2 (NS)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x0 = DTB ptr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 = U-Boot _start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1783080"/>
            <a:ext cx="55549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5060" y="1783080"/>
            <a:ext cx="73152" cy="2240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79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63740" y="1965960"/>
            <a:ext cx="4640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 早期 init (在 board_init_f)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63740" y="2560320"/>
            <a:ext cx="45948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你要實作的 weak override：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arch_cpu_init() — clock, errata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dram_init() — fill gd-&gt;ram_size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lowlevel_init() (大多 noop)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arch_cpu_init_dm() (有 DM 的話)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160520"/>
            <a:ext cx="55549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4160520"/>
            <a:ext cx="73152" cy="2240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371600" y="4343400"/>
            <a:ext cx="4640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Driver Model 跑起來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937760"/>
            <a:ext cx="45948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需要的 driver source code：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drivers/clk/your_soc.c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drivers/pinctrl/your_soc.c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drivers/mmc/your_mmc.c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drivers/serial/your_uart.c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5060" y="4160520"/>
            <a:ext cx="55549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95060" y="4160520"/>
            <a:ext cx="73152" cy="224028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794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6F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063740" y="4343400"/>
            <a:ext cx="4640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Device tree + defconfig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63740" y="4937760"/>
            <a:ext cx="45948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必須齊全：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arch/arm/dts/your-soc.dtsi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arch/arm/dts/your-board.dts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configs/your_board_defconfig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Kconfig 給每個 driver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42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移植 checklist · 2/3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MMC driver — 必實作 ops 與檢驗順序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4712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  <a:gridCol w="39319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做什麼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什麼時候測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6F6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send_cmd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發 CMDxx 給卡，回 response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mmc list 能看到 controller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6F6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set_ios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設 clock / bus_width / signal voltage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mmc info 顯示正確速度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get_cd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Card Detect — SD 必要、eMMC 回 1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mmc info 顯示 vendor/CID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2B1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execute_tuning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HS200/HS400 PHY tuning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</a:rPr>
                        <a:t>mmc read 高速大量 OK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617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移植階段建議的逐項驗證順序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5074920"/>
            <a:ext cx="217627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5074920"/>
            <a:ext cx="73152" cy="13258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5212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55778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list 顯示 controller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5800" y="59893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probe 成功，DT 正確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70632" y="5074920"/>
            <a:ext cx="217627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70632" y="5074920"/>
            <a:ext cx="73152" cy="13258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53512" y="5212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953512" y="55778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info 顯示卡資訊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53512" y="59893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CMD0/1/2/3 都過了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038344" y="5074920"/>
            <a:ext cx="217627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38344" y="5074920"/>
            <a:ext cx="73152" cy="13258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21224" y="5212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221224" y="55778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read 1 sector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21224" y="59893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CMD17 + DAT line OK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306056" y="5074920"/>
            <a:ext cx="217627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06056" y="5074920"/>
            <a:ext cx="73152" cy="13258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88936" y="5212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7488936" y="55778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mmc read 100 sectors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488936" y="59893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CMD18 + multi-block OK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573768" y="5074920"/>
            <a:ext cx="2176272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9573768" y="5074920"/>
            <a:ext cx="73152" cy="1325880"/>
          </a:xfrm>
          <a:prstGeom prst="rect">
            <a:avLst/>
          </a:prstGeom>
          <a:solidFill>
            <a:srgbClr val="00C8AA"/>
          </a:solidFill>
          <a:ln w="12700">
            <a:solidFill>
              <a:srgbClr val="00C8A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756648" y="5212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9756648" y="557784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mmc + bootm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9756648" y="598932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FS + image chain OK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42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移植 checklist · 3/3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常見雷點 — 從別人血淚總結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55549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783080"/>
            <a:ext cx="73152" cy="14173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16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920240"/>
            <a:ext cx="4640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MMU table 沒設好 / DRAM 區段沒 normal-cached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0160" y="2423160"/>
            <a:ext cx="46405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跑得超慢 (因為 device memory)，或 alignment fault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檢查 mem_map[] 的 attribute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95060" y="1783080"/>
            <a:ext cx="55549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95060" y="1783080"/>
            <a:ext cx="73152" cy="14173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0" y="20116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72300" y="1920240"/>
            <a:ext cx="4640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x18 被你的 driver 不小心覆蓋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972300" y="2423160"/>
            <a:ext cx="46405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之後 gd 變垃圾、隨機崩潰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gcc 用 -ffixed-x18，但手寫 ASM 要小心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3291840"/>
            <a:ext cx="55549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920" y="3291840"/>
            <a:ext cx="73152" cy="14173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5204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429000"/>
            <a:ext cx="4640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Clock tree 沒接好 → SDHCI 拿不到正確時鐘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280160" y="3931920"/>
            <a:ext cx="46405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mmc info 顯示 200KHz、或 CMD1 timeout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檢查 DT 的 clocks = &lt;&amp;clk MY_MMC_CLK&gt;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195060" y="3291840"/>
            <a:ext cx="55549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95060" y="3291840"/>
            <a:ext cx="73152" cy="1417320"/>
          </a:xfrm>
          <a:prstGeom prst="rect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35204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72300" y="3429000"/>
            <a:ext cx="4640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Tuning 失敗，但 driver 沒回 fallback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972300" y="3931920"/>
            <a:ext cx="46405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HS200 init 卡死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應該在 execute_tuning 失敗時 set_ios 降回 HS52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02920" y="4800600"/>
            <a:ext cx="55549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02920" y="4800600"/>
            <a:ext cx="73152" cy="14173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029200"/>
            <a:ext cx="411480" cy="41148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80160" y="4937760"/>
            <a:ext cx="4640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Cache 沒 invalidate 就 DMA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280160" y="5440680"/>
            <a:ext cx="46405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讀到舊資料 / 寫了被舊 D-cache 覆蓋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DMA buffer 前後都要 invalidate_dcache_range()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195060" y="4800600"/>
            <a:ext cx="55549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0" dist="25400" dir="5400000">
              <a:srgbClr val="0F1729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95060" y="4800600"/>
            <a:ext cx="73152" cy="1417320"/>
          </a:xfrm>
          <a:prstGeom prst="rect">
            <a:avLst/>
          </a:prstGeom>
          <a:solidFill>
            <a:srgbClr val="EF6F6C"/>
          </a:solidFill>
          <a:ln w="12700">
            <a:solidFill>
              <a:srgbClr val="EF6F6C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7940" y="502920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72300" y="4937760"/>
            <a:ext cx="46405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EXT_CSD partconf 寫錯：BOOT_PART 設成 0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972300" y="5440680"/>
            <a:ext cx="46405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BootROM 找不到 boot image，下次開機磚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設前先 dump EXT_CSD[179] 確認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42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· 收尾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速查表 · 三平台 + MMC 路徑全檔案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5720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247120" cy="4663440"/>
        </p:xfrm>
        <a:graphic>
          <a:graphicData uri="http://schemas.openxmlformats.org/drawingml/2006/table">
            <a:tbl>
              <a:tblPr/>
              <a:tblGrid>
                <a:gridCol w="3108960"/>
                <a:gridCol w="5852160"/>
                <a:gridCol w="2286000"/>
              </a:tblGrid>
              <a:tr h="2914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主題</a:t>
                      </a:r>
                      <a:endParaRPr lang="en-US" sz="1100" dirty="0"/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檔案</a:t>
                      </a:r>
                      <a:endParaRPr lang="en-US" sz="1100" dirty="0"/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行號</a:t>
                      </a:r>
                      <a:endParaRPr lang="en-US" sz="1100" dirty="0"/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RK3588 SPL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arch/arm/mach-rockchip/spl.c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 / 98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RK3588 BROM handoff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arch/arm/mach-rockchip/bootrom.c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66-109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ZynqMP SPL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arch/arm/mach-zynqmp/spl.c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29-67 / 86-134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ZynqMP TF-A handoff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arch/arm/mach-zynqmp/handoff.c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62-106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RPi4/5 mem_map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arch/arm/mach-bcm283x/init.c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43-142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_start / pie_fixup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arch/arm/cpu/armv8/start.S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 / 61-105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_main → relocate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arch/arm/lib/crt0_64.S, relocate_64.S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67 / 22-96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board_init_f/r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common/board_f.c, board_r.c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1044 / 786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SPL eMMC load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common/spl/spl_mmc.c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365-453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mmc read cmd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cmd/mmc.c (do_mmc_read)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350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fs load → blk_dread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fs/fs.c, drivers/block/blk-uclass.c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795 / 432, 517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MMC core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drivers/mmc/mmc.c (bread / read_blocks)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507 / 464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MMC uclass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drivers/mmc/mmc-uclass.c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36 / 309 / 354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SDHCI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drivers/mmc/sdhci.c (sdhci_send_command)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14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36"/>
                          </a:solidFill>
                        </a:rPr>
                        <a:t>Per-SoC drivers</a:t>
                      </a:r>
                      <a:endParaRPr lang="en-US" sz="10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rockchip_sdhci/dw_mmc · zynq_sdhci · bcm2835_sdhci · bcmstb_sdhci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5A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U-Boot 2025.01 · Cold Boot → eMMC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20095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42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U-Boot 2025.01: Cold Boot → eMMC Image Load (ARM64)</dc:title>
  <dc:subject>PptxGenJS Presentation</dc:subject>
  <dc:creator>Hank</dc:creator>
  <cp:lastModifiedBy>Hank</cp:lastModifiedBy>
  <cp:revision>1</cp:revision>
  <dcterms:created xsi:type="dcterms:W3CDTF">2026-06-07T06:26:44Z</dcterms:created>
  <dcterms:modified xsi:type="dcterms:W3CDTF">2026-06-07T06:26:44Z</dcterms:modified>
</cp:coreProperties>
</file>