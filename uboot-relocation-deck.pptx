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286000"/>
            <a:ext cx="109728" cy="164592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40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 CPU Reset 到 CLI Prompt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完整旅程 · 拆解兩次重定位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3492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5349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次重定位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5349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03320" y="5349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個平台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53492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9360" y="5349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組貫穿的數字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77724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RK3588 · ZynqMP · Raspberry Pi 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· 開場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為什麼很多人卡在 Relocation？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4864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448056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常見困惑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 U-Boot 要把自己 </a:t>
            </a:r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「複製到另一個地址」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？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 start.S 看到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fix_rela_dyn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完全看不懂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為什麼有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pie_fixup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又有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relocate_code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？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為什麼搬完家還要再走一次 .rela.dyn？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為什麼能「自動跳到新地址」？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4864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1691640"/>
            <a:ext cx="73152" cy="448056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745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本篇承諾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537960" y="242316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</a:t>
            </a:r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生活比喻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建立每一個先備知識（PIE / .rela.dyn / gd / EL）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對照三個平台 </a:t>
            </a:r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RK3588 / ZynqMP / RPi4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的開機路徑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完整拆解兩套機制：pie_fixup ＆ relocate_code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用一組 </a:t>
            </a:r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貫穿的數字劇本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把抽象變具體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每張投影片都標出對應的 file:line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· 開場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全文路線圖 · 七章節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15544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28800"/>
            <a:ext cx="155448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5176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33832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先備知識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5212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4-13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148840" y="1828800"/>
            <a:ext cx="15544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148840" y="1828800"/>
            <a:ext cx="155448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65176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94560" y="33832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三平台開機鏈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194560" y="5212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14-19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794760" y="1828800"/>
            <a:ext cx="15544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794760" y="1828800"/>
            <a:ext cx="155448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79476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65176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840480" y="33832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U-Boot proper 前段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840480" y="5212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20-29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440680" y="1828800"/>
            <a:ext cx="15544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40680" y="1828800"/>
            <a:ext cx="1554480" cy="54864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44068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65176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86400" y="33832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第二次重定位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0" y="5212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30-37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7086600" y="1828800"/>
            <a:ext cx="15544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086600" y="1828800"/>
            <a:ext cx="1554480" cy="54864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08660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651760"/>
            <a:ext cx="548640" cy="5486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132320" y="33832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board_r → CLI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7132320" y="5212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38-42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8732520" y="1828800"/>
            <a:ext cx="15544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732520" y="1828800"/>
            <a:ext cx="1554480" cy="54864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873252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2651760"/>
            <a:ext cx="548640" cy="54864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778240" y="33832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數字劇本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8778240" y="5212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43-46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10378440" y="1828800"/>
            <a:ext cx="15544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10378440" y="1828800"/>
            <a:ext cx="1554480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1037844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1360" y="2651760"/>
            <a:ext cx="548640" cy="54864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0424160" y="33832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收尾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10424160" y="5212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47-48</a:t>
            </a:r>
            <a:endParaRPr lang="en-US" sz="900" dirty="0"/>
          </a:p>
        </p:txBody>
      </p:sp>
      <p:sp>
        <p:nvSpPr>
          <p:cNvPr id="48" name="Text 39"/>
          <p:cNvSpPr/>
          <p:nvPr/>
        </p:nvSpPr>
        <p:spPr>
          <a:xfrm>
            <a:off x="50292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從零基礎到能看懂 start.S — 一張一張往下走，不跳章節</a:t>
            </a:r>
            <a:endParaRPr lang="en-US" sz="1200" dirty="0"/>
          </a:p>
        </p:txBody>
      </p:sp>
      <p:sp>
        <p:nvSpPr>
          <p:cNvPr id="49" name="Text 4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先備知識 · 1/10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什麼是 Bootloader？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21208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4480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比喻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你買了一間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毛胚屋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「可以住人」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之前，需要一個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工頭來：通水、通電、裝門窗、量好家具空間…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工頭 = Bootloader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毛胚屋 = 剛通電的 SoC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搬進來住 = Linux Kernel 啟動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89320" y="17373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U-Boot 在開機鏈中的位置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989320" y="2377440"/>
            <a:ext cx="914400" cy="10972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23774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通電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Power-on Reset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976872" y="2377440"/>
            <a:ext cx="914400" cy="10972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76872" y="23774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BootROM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(SoC 內 ROM)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964424" y="2377440"/>
            <a:ext cx="91440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64424" y="23774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(Secondary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Loader)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951976" y="2377440"/>
            <a:ext cx="91440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51976" y="23774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TF-A BL31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(Secure Monitor)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9939528" y="2377440"/>
            <a:ext cx="914400" cy="109728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939528" y="23774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proper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(本篇主角)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0927080" y="2377440"/>
            <a:ext cx="914400" cy="109728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927080" y="23774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989320" y="36576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每一棒只做最少必要的事，把控制權交給下一棒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89320" y="4297680"/>
            <a:ext cx="58521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17220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U-Boot proper 要做的事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263640" y="48463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初始化 DRAM 以外的所有周邊：UART/MMC/USB/網路/PCIe…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 CLI 讓你下 boot/載入韌體/讀 env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Linux kernel + DTB + initrd 載入記憶體並跳過去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先備知識 · 2/10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 Address vs Load Address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2194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比喻：設計圖 vs 實際蓋的位置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237744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建築師在設計圖上寫：「地段 0 號 蓋廚房」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但實際上工地是在「市中心 200 號」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設計圖上的「廚房在 50」 ≠ 真實位址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4023360"/>
            <a:ext cx="54864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對應到 U-Boot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7240" y="4572000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Address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編譯時連結器寫入的位址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Address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BootROM 實際把 binary 載入的位址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兩者不一樣 → 函式裡所有「絕對位址」全錯！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63640" y="1691640"/>
            <a:ext cx="54864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4652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具體例子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46520" y="2286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連結器看到的世界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46520" y="2606040"/>
            <a:ext cx="51206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37960" y="26060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0x00000000  __text_start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46520" y="3154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程式碼裡的所有跳轉都基於這個 0x0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46520" y="3520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BootROM 實際載入的位置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46520" y="3840480"/>
            <a:ext cx="5120640" cy="50292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37960" y="3840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0x00200000  __text_start  ← 實際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46520" y="4434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真實位址 − 連結位址 = 0x200000 (offset)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46520" y="4937760"/>
            <a:ext cx="51206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46520" y="4937760"/>
            <a:ext cx="73152" cy="109728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29400" y="5074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</a:t>
            </a:r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binary 自己「就地補正」 → </a:t>
            </a:r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+ .rela.dyn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629400" y="5486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（就是下一張的主題！）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先備知識 · 3/10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 — Position Independent Executable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4864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4480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比喻：IKEA 家具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IKEA 賣的書櫃，設計時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不會指定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你要放在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客廳還是書房 — 反正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「螺絲 A 鎖在板子 B 的洞 3」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都是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相對位置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就是：「不在乎我被擺在哪個位址都能跑」的 binary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5303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但有些地方還是用到 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5577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12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絕對位址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← 例如 C struct 裡寫死的 function pointer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691640"/>
            <a:ext cx="54864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288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037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是怎麼產生 PIE 的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446520" y="2377440"/>
            <a:ext cx="5120640" cy="10058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83680" y="2468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arch/arm/config.mk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LDFLAGS_u-boot += -pie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46520" y="3520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 看到 -pie 之後會：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46520" y="38404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把所有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絕對位址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都記到 .rela.dyn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每筆紀錄 = 「這個位置原本想填的絕對值」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再「補上實際的 offset」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446520" y="5349240"/>
            <a:ext cx="5120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46520" y="5349240"/>
            <a:ext cx="73152" cy="68580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83680" y="5349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= 把「絕對位址」延後到 runtime 才填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先備知識 · 4/10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ELF Relocation 是什麼？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45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「Relocation」就是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編譯時無法決定的位址，</a:t>
            </a:r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link 或 load 時才填回去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55778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514600"/>
            <a:ext cx="73152" cy="365760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97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R_AARCH64_ABS64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「絕對位址」relocation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35204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需要知道每個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的最終位址</a:t>
            </a:r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 dynamic linker 在 runtime 解析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沒有 dynamic linker → 不用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5120640"/>
            <a:ext cx="5029200" cy="8686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52120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.quad printf  ; 填 printf 的位址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63640" y="2514600"/>
            <a:ext cx="54864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63640" y="2514600"/>
            <a:ext cx="73152" cy="365760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69748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9516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R_AARCH64_RELATIVE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5379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「相對於 base」relocation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537960" y="35204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只記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「link_位址 + addend」</a:t>
            </a:r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加上 base offset 就好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的 .rela.dyn 幾乎全是這種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型號值：1027 (#define)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537960" y="5120640"/>
            <a:ext cx="5029200" cy="8686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675120" y="52120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[link_loc, RELATIVE, addend]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*link_loc = addend + offset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先備知識 · 5/10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.rela.dyn — 重定位「變更通知單」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21208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4480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比喻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IKEA 盒子裡有兩張紙：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組裝步驟（=程式碼本體）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「依房間調整清單」（=.rela.dyn）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第二張寫：「螺絲 17 號的位置 = 房間長度 + 80cm」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你進到新房間，量出長度，照清單把每個值補完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89320" y="17373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.rela.dyn 一筆紀錄 = 24 bytes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989320" y="2286000"/>
            <a:ext cx="210312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bytes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89320" y="2514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link_location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0" y="23317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要寫值的位址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(以 link addr 為準)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89320" y="3337560"/>
            <a:ext cx="210312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bytes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89320" y="3566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/ type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229600" y="33832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1027 = R_AARCH64_RELATIVE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(其他類型會被略過)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89320" y="4389120"/>
            <a:ext cx="2103120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89320" y="4389120"/>
            <a:ext cx="2103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bytes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89320" y="4617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addend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29600" y="443484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要寫進去的「基底值」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(同樣以 link addr 為準)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89320" y="5577840"/>
            <a:ext cx="5852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989320" y="5577840"/>
            <a:ext cx="73152" cy="64008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26480" y="55778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演算法：</a:t>
            </a:r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*(link_location + offset) = addend + offset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先備知識 · 6/10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與 SP — 工頭的便條紙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4864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4480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比喻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工頭口袋裡有一疊便條紙：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‧ 進入一個新房間 → 撕一張寫筆記放上去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‧ 離開房間 → 把那張撕掉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‧ 最上面那張 = 目前在做的事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便條紙堆 = Stack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= 「最上面那張」的位址 (Stack Pointer)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4864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4652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ARM64 上的 stack 規矩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537960" y="233172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向下生長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（push 之後 SP 變小）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必須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16-byte 對齊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（ABI 規定）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第一條 stack 用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CONFIG_SYS_INIT_SP_ADDR</a:t>
            </a:r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搬家後改用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gd-&gt;start_addr_sp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（在 DRAM 頂端）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46520" y="4617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 layout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46520" y="4937760"/>
            <a:ext cx="51206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4937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高位址 ← SP 起點 (DRAM 頂端附近)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46520" y="5394960"/>
            <a:ext cx="512064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37960" y="5394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stack 向下生長 (push = SP-=N)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46520" y="5852160"/>
            <a:ext cx="512064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37960" y="5852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低位址 ← (壓爆就 stack overflow)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先備知識 · 7/10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BSS — 預訂的空白櫃子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4864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4480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比喻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搬家前，家具行已經幫你預訂了: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「客廳放 3 個空書櫃、廚房放 2 個空抽屜」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盒子裡沒裝家具（不佔 binary 體積）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但搬到新家後，櫃子要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真的擺出來、貼上「空」的標籤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全域變數的「未初始化」區段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4864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4652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Linker script 怎麼定 BSS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446520" y="2331720"/>
            <a:ext cx="5120640" cy="219456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24231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arch/arm/cpu/armv8/u-boot.lds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.bss ADDR(.rela.dyn) (OVERLAY) 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__bss_start = .;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*(.bss*)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*(COMMON)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__bss_end = .;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46520" y="4709160"/>
            <a:ext cx="5120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46520" y="4709160"/>
            <a:ext cx="73152" cy="137160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0" y="4754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OVERLAY 巧思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83680" y="507492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.bss 和 .rela.dyn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共用同一塊記憶體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因為 .rela.dyn 在 runtime 用完就不需要了，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正好讓 BSS 接收回收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先備知識 · 8/10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Data (gd_t) — 工地總帳本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4864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4480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比喻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工頭隨身一本「工地總帳本」：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‧ DRAM 多大、放在哪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‧ 已經配給誰多少地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‧ DTB 在哪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‧ 目前的 SP 在哪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gd_t (struct global_data)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init 函式都會看 / 改這本帳本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4864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4652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ARM64 上 gd 怎麼找到？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446520" y="2377440"/>
            <a:ext cx="5120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6520" y="2377440"/>
            <a:ext cx="73152" cy="118872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7960" y="24688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6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x18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7726680" y="24688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永遠指向 gd_t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_main 設好之後到關機都不能動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compiler 知道：-ffixed-x18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46520" y="3657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帳本裡有什麼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46520" y="3977640"/>
            <a:ext cx="5120640" cy="210312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406908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global_data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ulong ram_top;       // RAM 頂端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ulong relocaddr;     // 搬家目的地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ulong reloc_off;     // 搬家偏移量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ulong new_gd;        // 搬家後 gd 的位址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ulong start_addr_sp; // 新 SP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*fdt_blob;      // DTB 指標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先備知識 · 9/10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Exception Level — ARM64 的權限階層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21208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4480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比喻：公司階級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EL3 = 董事會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（管整間公司、能切換工廠模式）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EL2 = 總經理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（管多個部門、可以隔離虛擬機）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EL1 = 部門經理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（管 OS 內部運作）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EL0 = 員工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（一般 user app）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權限：EL3 &gt; EL2 &gt; EL1 &gt; EL0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89320" y="17373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U-Boot 在哪一層？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989320" y="2286000"/>
            <a:ext cx="1280160" cy="77724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22860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EL3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360920" y="2286000"/>
            <a:ext cx="4434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98080" y="22860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TF-A BL31 (Secure Monitor)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154680"/>
            <a:ext cx="128016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1546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EL2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360920" y="3154680"/>
            <a:ext cx="4434840" cy="777240"/>
          </a:xfrm>
          <a:prstGeom prst="rect">
            <a:avLst/>
          </a:prstGeom>
          <a:solidFill>
            <a:srgbClr val="FEF6E1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498080" y="31546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通常在這 + Hypervisor</a:t>
            </a:r>
            <a:endParaRPr lang="en-US" sz="13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3401568"/>
            <a:ext cx="274320" cy="2743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989320" y="4023360"/>
            <a:ext cx="128016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89320" y="40233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EL1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7360920" y="4023360"/>
            <a:ext cx="4434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7498080" y="40233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989320" y="4892040"/>
            <a:ext cx="1280160" cy="7772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989320" y="48920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EL0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7360920" y="4892040"/>
            <a:ext cx="4434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7498080" y="489204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Userland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5989320" y="5852160"/>
            <a:ext cx="5852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5989320" y="5852160"/>
            <a:ext cx="73152" cy="54864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126480" y="58521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三平台都把 U-Boot 跑在 EL2（TF-A 切下來的）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先備知識 · 10/10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Cache：I-cache vs D-cache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4864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4480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比喻：搬家後忘了改門牌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237744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工頭便條本上寫：「廚房在 200 號」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搬家後實際在 「800 號」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如果便條本沒撕掉重寫，送貨員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全部送錯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便條本 = Cache（CPU 用來加速的暫存）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搬家後必須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/ invalidate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才不會抓錯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4864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1691640"/>
            <a:ext cx="73152" cy="2148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I-cache (Instruction Cache)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46520" y="228600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取指令時的快取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搬家後 →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F6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invalidate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(丟掉)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指令：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 iallu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63640" y="397764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63640" y="3977640"/>
            <a:ext cx="73152" cy="2194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4652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D-cache (Data Cache)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46520" y="457200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讀寫資料時的快取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剛寫進新 .text 的 byte 還在這裡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搬家後 →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F6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（推回 RAM）才能被 I-fetch 看到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不然 CPU 從舊資料抓指令 → 必崩潰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三個平台 · 1/6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從通電到 U-Boot prompt — 三條時間軸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128016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RK3588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1691640"/>
            <a:ext cx="189280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20240" y="1691640"/>
            <a:ext cx="1892808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828800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2148840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BootROM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04488" y="1691640"/>
            <a:ext cx="189280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904488" y="1691640"/>
            <a:ext cx="1892808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95928" y="1828800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95928" y="2148840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SPL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(DDR init)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88736" y="1691640"/>
            <a:ext cx="189280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88736" y="1691640"/>
            <a:ext cx="1892808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0176" y="1828800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0176" y="2148840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back_to_bootrom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72984" y="1691640"/>
            <a:ext cx="189280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72984" y="1691640"/>
            <a:ext cx="1892808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64424" y="1828800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64424" y="2148840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TF-A BL31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857232" y="1691640"/>
            <a:ext cx="189280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57232" y="1691640"/>
            <a:ext cx="1892808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48672" y="1828800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948672" y="2148840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proper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3108960"/>
            <a:ext cx="128016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1089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ZynqMP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920240" y="3108960"/>
            <a:ext cx="189280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920240" y="3108960"/>
            <a:ext cx="1892808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3246120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11680" y="3566160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 BootROM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904488" y="3108960"/>
            <a:ext cx="189280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904488" y="3108960"/>
            <a:ext cx="1892808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95928" y="3246120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995928" y="3566160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FSBL = SPL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(DDR + secure)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888736" y="3108960"/>
            <a:ext cx="189280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888736" y="3108960"/>
            <a:ext cx="1892808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0176" y="3246120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80176" y="3566160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PMU FW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72984" y="3108960"/>
            <a:ext cx="189280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872984" y="3108960"/>
            <a:ext cx="1892808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64424" y="3246120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964424" y="3566160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TF-A BL31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857232" y="3108960"/>
            <a:ext cx="189280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857232" y="3108960"/>
            <a:ext cx="1892808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948672" y="3246120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948672" y="3566160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proper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02920" y="4526280"/>
            <a:ext cx="1280160" cy="128016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5262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RPi 4 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920240" y="4526280"/>
            <a:ext cx="189280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920240" y="4526280"/>
            <a:ext cx="1892808" cy="73152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11680" y="4663440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011680" y="4983480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VideoCore GPU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904488" y="4526280"/>
            <a:ext cx="189280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904488" y="4526280"/>
            <a:ext cx="1892808" cy="73152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95928" y="4663440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995928" y="4983480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bootcode.bin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888736" y="4526280"/>
            <a:ext cx="189280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888736" y="4526280"/>
            <a:ext cx="1892808" cy="73152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80176" y="4663440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980176" y="4983480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start4.elf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872984" y="4526280"/>
            <a:ext cx="189280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872984" y="4526280"/>
            <a:ext cx="1892808" cy="73152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64424" y="4663440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964424" y="4983480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armstub8.bin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(TF-A)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857232" y="4526280"/>
            <a:ext cx="189280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9857232" y="4526280"/>
            <a:ext cx="1892808" cy="73152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948672" y="4663440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948672" y="4983480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proper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502920" y="580644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502920" y="5806440"/>
            <a:ext cx="73152" cy="50292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008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終點都一樣：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 已 init、CPU 在 EL2、x0 帶著 DTB pointer、PC 在 U-Boot _start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三個平台 · 2/6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Rockchip RK3588 詳解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2139696" cy="8686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(SoC 內 mask ROM)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79776" y="1691640"/>
            <a:ext cx="2139696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9776" y="169164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SPL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 初始化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56632" y="1691640"/>
            <a:ext cx="2139696" cy="86868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56632" y="169164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back_to_bootrom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(NEXTSTAGE)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33488" y="1691640"/>
            <a:ext cx="2139696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33488" y="169164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TF-A BL31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(Secure Monitor)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10344" y="1691640"/>
            <a:ext cx="2139696" cy="86868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10344" y="169164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proper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54864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788920"/>
            <a:ext cx="73152" cy="3383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26080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88720" y="2907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關鍵原始碼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77240" y="333756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arch/arm/mach-rockchip/spl.c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↳ SPL 入口 + boot device 選擇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arch/arm/mach-rockchip/bootrom.c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↳ back_to_bootrom() 把控制權交回 BootROM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arch/arm/mach-rockchip/rk3588/rk3588.c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↳ SoC 專屬時鐘 / pinmux init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arch/arm/mach-rockchip/sdram.c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↳ DRAM init，會預留 2MB 給 BL31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63640" y="2788920"/>
            <a:ext cx="54864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2788920"/>
            <a:ext cx="73152" cy="338328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26080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949440" y="2907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關鍵設定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537960" y="333756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Defconfig：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configs/*rk3588*_defconfig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base：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0x00c00800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EL：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EL2 (由 BL31 跳下來)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SPL：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強制需要 (CONFIG_SPL_ATF)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特殊點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不直接呼叫 TF-A，而是「返回 BootROM」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三個平台 · 3/6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Xilinx ZynqMP 詳解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2139696" cy="8686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 BootROM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(含 secure boot)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79776" y="1691640"/>
            <a:ext cx="2139696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9776" y="169164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FSBL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U-Boot SPL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56632" y="1691640"/>
            <a:ext cx="2139696" cy="86868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56632" y="169164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PMU FW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(電源管理)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33488" y="1691640"/>
            <a:ext cx="2139696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33488" y="169164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TF-A BL31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10344" y="1691640"/>
            <a:ext cx="2139696" cy="86868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10344" y="169164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proper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54864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788920"/>
            <a:ext cx="73152" cy="3383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26080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88720" y="2907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關鍵原始碼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77240" y="333756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arch/arm/mach-zynqmp/handoff.c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↳ FSBL → TF-A 的 XLNX magic 結構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arch/arm/mach-zynqmp/zynqmp.c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↳ SoC 級 init + firmware version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board/xilinx/zynqmp/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↳ 各 dev board 的客製 init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configs/xilinx_zynqmp_virt_defconfig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↳ 通用 virt 平台 defconfig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63640" y="2788920"/>
            <a:ext cx="54864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2788920"/>
            <a:ext cx="73152" cy="338328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26080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949440" y="2907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關鍵設定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537960" y="333756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base：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0x08000000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EL：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EL2 (handoff 結構指定)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magic：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"XLNX"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SPL：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必須（取代傳統 FSBL）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特殊點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跑在 SRAM；U-Boot proper 才在 DDR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三個平台 · 4/6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Raspberry Pi 4 (BCM2711) 詳解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2139696" cy="86868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VideoCore GPU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(才是 boot master)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79776" y="1691640"/>
            <a:ext cx="2139696" cy="86868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9776" y="169164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bootcode.bin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(GPU firmware)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56632" y="1691640"/>
            <a:ext cx="2139696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56632" y="169164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start4.elf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(讀 config.txt)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33488" y="1691640"/>
            <a:ext cx="2139696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33488" y="169164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armstub8.bin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(=TF-A BL31)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10344" y="1691640"/>
            <a:ext cx="2139696" cy="8686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10344" y="169164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kernel8.img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U-Boot, EL2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54864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788920"/>
            <a:ext cx="73152" cy="3383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26080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88720" y="2907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關鍵原始碼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77240" y="333756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arch/arm/mach-bcm283x/init.c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↳ ARM 端 init（GPU 早就跑完了）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arch/arm/mach-bcm283x/msg.c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↳ 與 GPU firmware 通訊的 mailbox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configs/rpi_4_defconfig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configs/rpi_arm64_defconfig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↳ 沒有 CONFIG_SPL=y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63640" y="2788920"/>
            <a:ext cx="54864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2788920"/>
            <a:ext cx="73152" cy="338328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26080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949440" y="2907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關鍵設定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537960" y="333756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base：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0x00080000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EL：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EL2 (armstub8 跳下來)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SPL：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完全沒有 (ARM 端不負責 boot)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特殊點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是被當「kernel」載入 (kernel8.img)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 init 由 GPU 全部包辦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三個平台 · 5/6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三平台對照大表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24712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834640"/>
                <a:gridCol w="2834640"/>
              </a:tblGrid>
              <a:tr h="6531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RK3588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ZynqMP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Raspberry Pi 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6F6C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誰負責 DDR init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U-Boot SPL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U-Boot SPL (FSBL)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GPU firmware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有沒有 SPL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✓ 必要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✓ 必要（=FSBL）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6F6C"/>
                          </a:solidFill>
                        </a:rPr>
                        <a:t>✗ 完全沒有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TF-A 怎麼進來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SPL → BootROM 再載入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FSBL 直接呼叫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GPU 載入 armstub8.bin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Text base (U-Boot proper)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0x00c00800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0x08000000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0x00080000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進入 EL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EL2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EL2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EL2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Defconfig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*rk3588*_defconfig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xilinx_zynqmp_virt_defconfig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rpi_4_defconfig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三個平台 · 6/6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終點都一樣：交棒給 U-Boot proper 時的狀態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37360"/>
            <a:ext cx="112471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37360"/>
            <a:ext cx="73152" cy="164592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828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不管 RK3588 / ZynqMP / RPi4，當 PC 跳到 _start 時：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463040" y="22402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（這就是「主流 ARMv8-A」共通的 U-Boot 進入點）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657600"/>
            <a:ext cx="26746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" y="3657600"/>
            <a:ext cx="73152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60" y="39319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5800" y="4526280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DRAM 已 init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85800" y="5029200"/>
            <a:ext cx="24003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可以正常讀寫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（誰做的因平台而異）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360420" y="3657600"/>
            <a:ext cx="26746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360420" y="3657600"/>
            <a:ext cx="73152" cy="2560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54330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93192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543300" y="4526280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CPU 在 EL2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3543300" y="5029200"/>
            <a:ext cx="24003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TF-A BL31 已退到 EL3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 U-Boot 用 SMC 呼叫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217920" y="3657600"/>
            <a:ext cx="26746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17920" y="3657600"/>
            <a:ext cx="73152" cy="25603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460" y="393192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400800" y="4526280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x0 帶 DTB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6400800" y="5029200"/>
            <a:ext cx="24003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進入 _start 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x0 = device tree blob 位址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9075420" y="3657600"/>
            <a:ext cx="26746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075420" y="3657600"/>
            <a:ext cx="73152" cy="256032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25830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0" y="3931920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258300" y="4526280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 = U-Boot _start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9258300" y="5029200"/>
            <a:ext cx="24003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等同於 __image_copy_start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(可能在不同實體位址)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U-Boot proper 前段 · 1/10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_start ─ CPU 醒來看到的第一行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66928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4480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arch/arm/cpu/armv8/start.S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20 開始的 reset vector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108960"/>
            <a:ext cx="5120640" cy="28346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0040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_start: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reset       ; line 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; exception vectors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reset:                 ; line 55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save_boot_params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 apply_core_errata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pie_fixup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737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剛醒來的 CPU 狀態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46520" y="2240280"/>
            <a:ext cx="5349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33172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95160" y="22402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TF-A 已退到 EL3，我在 EL2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46520" y="2834640"/>
            <a:ext cx="5349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92608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95160" y="2834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x0 = DTB 位址（不能弄丟）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446520" y="3429000"/>
            <a:ext cx="5349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52044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95160" y="34290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 可讀寫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46520" y="4023360"/>
            <a:ext cx="5349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11480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95160" y="4023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MMU / cache 通常已關閉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446520" y="4617720"/>
            <a:ext cx="5349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7091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95160" y="4617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runtime 尚未啟動 (沒 stack / sp)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446520" y="5212080"/>
            <a:ext cx="5349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530352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95160" y="52120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我以為自己在 link addr，但實際在 load addr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6446520" y="58521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接下來最緊急：把「我以為的位址」修對 → pie_fixup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U-Boot proper 前段 · 2/10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進入 pie_fixup 之前的 early helpers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11247120" cy="101727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73152" cy="101727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63115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save_boot_params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41732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start.S:57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89320" y="1783080"/>
            <a:ext cx="5577840" cy="101727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x0–x3 保存起來（裡面有 DTB 指標等 BootROM/TF-A 傳的參數）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2937510"/>
            <a:ext cx="11247120" cy="101727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" y="2937510"/>
            <a:ext cx="73152" cy="101727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7545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307467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apply_core_errata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417320" y="353187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start.S:165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989320" y="2937510"/>
            <a:ext cx="5577840" cy="101727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CPU core (Cortex-A53/A57/...) 套用 ARM 公佈的 errata workaround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02920" y="4091940"/>
            <a:ext cx="11247120" cy="101727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02920" y="4091940"/>
            <a:ext cx="73152" cy="101727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71975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42291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set_vbar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417320" y="46863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(inline)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989320" y="4091940"/>
            <a:ext cx="5577840" cy="101727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vbar_elN，指到目前位址的 exception vector table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02920" y="5246370"/>
            <a:ext cx="11247120" cy="101727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02920" y="5246370"/>
            <a:ext cx="73152" cy="101727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02920" y="5246370"/>
            <a:ext cx="11247120" cy="1017270"/>
          </a:xfrm>
          <a:prstGeom prst="rect">
            <a:avLst/>
          </a:prstGeom>
          <a:solidFill>
            <a:srgbClr val="FEF6E1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02920" y="5246370"/>
            <a:ext cx="91440" cy="101727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26405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17320" y="538353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6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pie_fixup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1417320" y="584073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start.S:61-105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989320" y="5246370"/>
            <a:ext cx="5577840" cy="101727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第一次重定位！把 .rela.dyn 走過一遍，補上「load – link」的偏移量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U-Boot proper 前段 · 3/10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第一次重定位 — pie_fixup 的概念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11247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960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7373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問題：我現在在 0x200000 跑、卻被連結成 0x0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554480" y="21945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runtime 還沒啟動，先把「程式內部所有絕對指標」補上 0x200000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880360"/>
            <a:ext cx="54864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pie_fixup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" y="3474720"/>
            <a:ext cx="4937760" cy="50292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3474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Loaded at 0x00200000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7240" y="4114800"/>
            <a:ext cx="4937760" cy="16916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206240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在 0x60000 處的全域變數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*cb = some_fn;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此時讀出來的值：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*0x60000 = 0x0001000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但 some_fn 真實在 0x201000!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434840"/>
            <a:ext cx="274320" cy="2743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355080" y="2880360"/>
            <a:ext cx="5394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53796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pie_fixup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537960" y="3474720"/>
            <a:ext cx="4937760" cy="50292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629400" y="3474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Still at 0x00200000 (沒搬！)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537960" y="4114800"/>
            <a:ext cx="4937760" cy="16916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675120" y="4206240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同樣在 0x60000 處的指標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已經被補成：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*0x60000 = 0x0201000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↑加了 offset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現在 call cb() 跳對地方了!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U-Boot proper 前段 · 4/10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pie_fixup 演算法 step-by-step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37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組語片段 (arch/arm/cpu/armv8/start.S:61-105)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5943600" cy="416052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56692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pie_fixup: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adr x0, _start          ; 取 runtime 位址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ldr x1, =_TEXT_BASE     ; 取 link 位址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 x9, x0, x1          ; x9 = offset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cbz x9, pie_fixup_done  ; offset=0 就跳掉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adr x2, __rel_dyn_start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adr x3, __rel_dyn_end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.Lloop: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cmp x2, x3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b.ge pie_fixup_done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ldp x0, x1, [x2], #16   ; 讀 link_loc, 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ldr x4, [x2], #8        ; 讀 addend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cmp w1, #1027           ; R_AARCH64_RELATIVE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b.ne .Lloop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x0, x0, x9          ; 修正寫入位址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x4, x4, x9          ; 修正寫入值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 x4, [x0]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 .Lloop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pie_fixup_done: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0" y="1737360"/>
            <a:ext cx="5212080" cy="85587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737360"/>
            <a:ext cx="73152" cy="85587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737360"/>
            <a:ext cx="54864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60920" y="1783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算 offset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60920" y="2148840"/>
            <a:ext cx="4297680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= runtime位址 − link位址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例：0x200000 − 0x0 = 0x200000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2666390"/>
            <a:ext cx="5212080" cy="85587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2666390"/>
            <a:ext cx="73152" cy="85587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666390"/>
            <a:ext cx="54864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360920" y="271211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.rela.dyn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60920" y="3077870"/>
            <a:ext cx="4297680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__rel_dyn_start 到 _end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24 bytes 一筆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3595421"/>
            <a:ext cx="5212080" cy="85587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3595421"/>
            <a:ext cx="73152" cy="855878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3595421"/>
            <a:ext cx="54864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360920" y="3641141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過濾 type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60920" y="4006901"/>
            <a:ext cx="4297680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只處理 1027 (R_AARCH64_RELATIVE)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其他略過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4524451"/>
            <a:ext cx="5212080" cy="85587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0" y="4524451"/>
            <a:ext cx="73152" cy="855878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4524451"/>
            <a:ext cx="54864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360920" y="4570171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兩處都加 offset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60920" y="4935931"/>
            <a:ext cx="4297680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寫入位址 += offset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寫入值 += offset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5453482"/>
            <a:ext cx="5212080" cy="85587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0" y="5453482"/>
            <a:ext cx="73152" cy="855878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5453482"/>
            <a:ext cx="54864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360920" y="549920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寫回 memory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60920" y="5864962"/>
            <a:ext cx="4297680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x4, [x0]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U-Boot proper 前段 · 5/10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lowlevel_init / EL 切換 (大多是 no-op)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4864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4480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lowlevel_init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(weak symbol，可被 board 覆寫)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269748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一般做：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啟用 GIC interrupt controller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multi-CPU spin table (其他核 wait here)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ACPI parking protocol（如有）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三平台多半已被 SPL/TF-A 處理過了 → 通常為空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691640"/>
            <a:ext cx="54864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91640"/>
            <a:ext cx="73152" cy="4480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745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9516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切換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53796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(若 TF-A 沒幫你切到 EL2)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537960" y="269748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armv8_switch_to_el2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armv8_switch_to_el1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做的事：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SCR_EL3 / HCR_EL2 / SPSR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eret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從高 EL 降到目標 EL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三平台都已經在 EL2 → 通常 no-op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U-Boot proper 前段 · 6/10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進入 _main — C runtime 暖身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檔案：arch/arm/lib/crt0_64.S  (line 67 開始)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55778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194560"/>
            <a:ext cx="73152" cy="1965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2331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載入初始 SP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880360"/>
            <a:ext cx="5212080" cy="6858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71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ldr x0, =CONFIG_SYS_INIT_SP_ADDR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bic sp, x0, #0xf  ; 16-byte align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6118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SRAM 或 DRAM 早期區段配一塊當第一條 stack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194560"/>
            <a:ext cx="55778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194560"/>
            <a:ext cx="73152" cy="1965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95160" y="2331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board_init_f_alloc_reserve(SP)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2880360"/>
            <a:ext cx="5212080" cy="6858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971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 x0, sp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  board_init_f_alloc_reserve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36118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SP 下方預留 gd_t + early malloc，回傳新 SP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297680"/>
            <a:ext cx="55778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4297680"/>
            <a:ext cx="73152" cy="19659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80160" y="4434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board_init_f_init_reserve()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" y="4983480"/>
            <a:ext cx="5212080" cy="6858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074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 board_init_f_init_reserve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5715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gd_t 清零、設好基本欄位；x18 從此指向 gd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4297680"/>
            <a:ext cx="55778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4297680"/>
            <a:ext cx="73152" cy="196596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95160" y="4434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board_init_f(0)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0" y="4983480"/>
            <a:ext cx="5212080" cy="6858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5074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 x0, #0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  board_init_f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5715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進入 C 世界！跑 init_sequence_f 一連串小函式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U-Boot proper 前段 · 7/10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board_init_f — F = first，搬家前的籌備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66928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4480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common/board_f.c (line 1044)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「first phase」的 board init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兩大任務：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（1）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決定搬家目的地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(gd-&gt;relocaddr)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（2）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規劃記憶體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(malloc/fdt/bd_info 各佔哪)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做法：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一個 function pointer array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叫做 init_sequence_f[]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20 個小步驟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結構長這樣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2148840"/>
            <a:ext cx="5349240" cy="310896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24028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init_fnc_t init_sequence_f[]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setup_mon_len,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initf_malloc,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arch_cpu_init,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initf_dm,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dram_init,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setup_dest_addr,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reserve_uboot,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reserve_malloc,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reserve_global_data,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reserve_fdt,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setup_reloc,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5440680"/>
            <a:ext cx="5349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5440680"/>
            <a:ext cx="73152" cy="73152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44068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黃線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直接決定 relocation 的關鍵函式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U-Boot proper 前段 · 8/10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init_sequence_f 重點 — Part 1（基礎暖身）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1124712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4340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做什麼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setup_mon_len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 U-Boot binary 的長度 (mon_len)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之後 reserve_uboot 會用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11247120" cy="548640"/>
          </a:xfrm>
          <a:prstGeom prst="rect">
            <a:avLst/>
          </a:prstGeom>
          <a:solidFill>
            <a:srgbClr val="F4F7FA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88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initf_malloc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4340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early malloc pool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（在 BSS 裡的一小塊，搬家前用）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33756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337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initf_console_record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43400" y="3337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console 輸出先存起來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等真正 console init 完一次倒出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886200"/>
            <a:ext cx="11247120" cy="548640"/>
          </a:xfrm>
          <a:prstGeom prst="rect">
            <a:avLst/>
          </a:prstGeom>
          <a:solidFill>
            <a:srgbClr val="F4F7FA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886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arch_cpu_init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434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ARM-specific 早期 init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（時鐘、cache 控制位元等）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43484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434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mark_bootstage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434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時間量測點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（CONFIG_BOOTSTAGE）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983480"/>
            <a:ext cx="11247120" cy="548640"/>
          </a:xfrm>
          <a:prstGeom prst="rect">
            <a:avLst/>
          </a:prstGeom>
          <a:solidFill>
            <a:srgbClr val="F4F7FA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983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initf_dm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43400" y="4983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Model 初始化（pre-reloc）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只跑 of_dm=PRE_RELOC 的 driver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5897880"/>
            <a:ext cx="11247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5897880"/>
            <a:ext cx="73152" cy="45720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這階段重點：把基礎設施開起來，還沒碰 DRAM 佈局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U-Boot proper 前段 · 9/10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init_sequence_f 重點 — Part 2（記憶體規劃）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1124712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4340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做什麼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dram_init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2240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讀出 DRAM 大小 (gd-&gt;ram_size)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板子的 driver 提供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743200"/>
            <a:ext cx="11247120" cy="502920"/>
          </a:xfrm>
          <a:prstGeom prst="rect">
            <a:avLst/>
          </a:prstGeom>
          <a:solidFill>
            <a:srgbClr val="FEF6E1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6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setup_dest_addr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43400" y="2743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 gd-&gt;ram_top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ram_base + ram_size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24612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46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reserve_video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43400" y="3246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扣掉 framebuffer (若有)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ram_top 變小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749040"/>
            <a:ext cx="11247120" cy="502920"/>
          </a:xfrm>
          <a:prstGeom prst="rect">
            <a:avLst/>
          </a:prstGeom>
          <a:solidFill>
            <a:srgbClr val="FEF6E1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749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6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reserve_uboot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43400" y="3749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再往下扣 mon_len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 = gd-&gt;relocaddr！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25196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251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reserve_malloc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43400" y="4251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再扣 TOTAL_MALLOC_LEN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start_addr_sp 跟著往下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754880"/>
            <a:ext cx="11247120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754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reserve_board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43400" y="4754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預留 struct bd_info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525780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257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reserve_global_data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43400" y="5257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預留新 gd 的位置 (new_gd)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5760720"/>
            <a:ext cx="11247120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760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reserve_fdt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343400" y="5760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預留 device tree blob 的搬家空間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(CONFIG_OF_EMBED 關時)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U-Boot proper 前段 · 10/10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init_sequence_f 重點 — Part 3（搬家前最後總帳本）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9436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448056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6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setup_reloc()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common/board_f.c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" y="2697480"/>
            <a:ext cx="5303520" cy="210312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7889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算出搬家偏移量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gd-&gt;reloc_off = gd-&gt;relocaddr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- (ulong)__image_copy_start;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把目前的 gd 內容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複製到 new_gd 位置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memcpy(gd-&gt;new_gd, gd, sizeof(gd_t));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4937760"/>
            <a:ext cx="5303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從此 </a:t>
            </a:r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已經有「複本」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在 DRAM 頂端等著，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 relocate_code 把 .text 搬完，gd 也跟著上路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37960" y="1737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此時 DRAM 頂端的樣子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537960" y="2194560"/>
            <a:ext cx="521208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94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ram_top (DRAM 最高位址)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37960" y="2596896"/>
            <a:ext cx="521208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29400" y="259689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(reserved for video etc.)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537960" y="3044952"/>
            <a:ext cx="5212080" cy="54864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29400" y="30449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gd-&gt;relocaddr (U-Boot 將搬到這)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537960" y="3630168"/>
            <a:ext cx="521208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29400" y="36301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U-Boot proper 預留空間 (mon_len)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537960" y="4306824"/>
            <a:ext cx="52120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29400" y="430682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malloc pool (TOTAL_MALLOC_LEN)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537960" y="4800600"/>
            <a:ext cx="5212080" cy="54864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29400" y="48006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bd_info / new_gd / new_fdt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537960" y="5385816"/>
            <a:ext cx="5212080" cy="54864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29400" y="538581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gd-&gt;start_addr_sp (新 SP)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第二次重定位 · 1/8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 U-Boot 要再搬一次？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11247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7830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U-Boot 必須讓出低位址、自己搬到 DRAM 頂端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22402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不然 Linux kernel + initrd 沒地方住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880360"/>
            <a:ext cx="54864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relocate_code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77240" y="3474720"/>
            <a:ext cx="4937760" cy="256032"/>
          </a:xfrm>
          <a:prstGeom prst="rect">
            <a:avLst/>
          </a:prstGeom>
          <a:solidFill>
            <a:srgbClr val="64748B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3474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DRAM 頂端 0x80000000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" y="3749040"/>
            <a:ext cx="4937760" cy="1280160"/>
          </a:xfrm>
          <a:prstGeom prst="rect">
            <a:avLst/>
          </a:prstGeom>
          <a:solidFill>
            <a:srgbClr val="F4F7FA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7490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(空)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7240" y="5047488"/>
            <a:ext cx="4937760" cy="411480"/>
          </a:xfrm>
          <a:prstGeom prst="rect">
            <a:avLst/>
          </a:prstGeom>
          <a:solidFill>
            <a:srgbClr val="EF6F6C"/>
          </a:solidFill>
          <a:ln w="6350">
            <a:solidFill>
              <a:srgbClr val="EF6F6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50474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U-Boot @ 0x200000 ← 目前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77240" y="5477256"/>
            <a:ext cx="4937760" cy="292608"/>
          </a:xfrm>
          <a:prstGeom prst="rect">
            <a:avLst/>
          </a:prstGeom>
          <a:solidFill>
            <a:srgbClr val="2129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54772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TF-A BL31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77240" y="5788152"/>
            <a:ext cx="4937760" cy="256032"/>
          </a:xfrm>
          <a:prstGeom prst="rect">
            <a:avLst/>
          </a:prstGeom>
          <a:solidFill>
            <a:srgbClr val="64748B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57881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DRAM base 0x00000000</a:t>
            </a:r>
            <a:endParaRPr lang="en-US" sz="11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434840"/>
            <a:ext cx="274320" cy="27432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355080" y="2880360"/>
            <a:ext cx="5394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653796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8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relocate_code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6537960" y="3474720"/>
            <a:ext cx="4937760" cy="256032"/>
          </a:xfrm>
          <a:prstGeom prst="rect">
            <a:avLst/>
          </a:prstGeom>
          <a:solidFill>
            <a:srgbClr val="64748B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629400" y="3474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DRAM 頂端 0x80000000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537960" y="3749040"/>
            <a:ext cx="4937760" cy="457200"/>
          </a:xfrm>
          <a:prstGeom prst="rect">
            <a:avLst/>
          </a:prstGeom>
          <a:solidFill>
            <a:srgbClr val="00C8AA"/>
          </a:solidFill>
          <a:ln w="6350">
            <a:solidFill>
              <a:srgbClr val="00C8A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629400" y="3749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U-Boot @ 0x7FF00000 ← 搬到這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537960" y="4224528"/>
            <a:ext cx="4937760" cy="365760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629400" y="4224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/ malloc / fdt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537960" y="4608576"/>
            <a:ext cx="4937760" cy="868680"/>
          </a:xfrm>
          <a:prstGeom prst="rect">
            <a:avLst/>
          </a:prstGeom>
          <a:solidFill>
            <a:srgbClr val="F4F7FA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629400" y="4608576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留給 kernel + initrd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6537960" y="5495544"/>
            <a:ext cx="4937760" cy="292608"/>
          </a:xfrm>
          <a:prstGeom prst="rect">
            <a:avLst/>
          </a:prstGeom>
          <a:solidFill>
            <a:srgbClr val="2129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629400" y="54955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TF-A BL31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6537960" y="5806440"/>
            <a:ext cx="4937760" cy="256032"/>
          </a:xfrm>
          <a:prstGeom prst="rect">
            <a:avLst/>
          </a:prstGeom>
          <a:solidFill>
            <a:srgbClr val="64748B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629400" y="58064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DRAM base 0x00000000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48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第二次重定位 · 2/8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搬家「需要做的三件事」總覽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36271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28800"/>
            <a:ext cx="73152" cy="4114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4200" y="214884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017520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3566160"/>
            <a:ext cx="326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U-Boot binary 從目前位址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memcpy 到 gd-&gt;relocaddr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5303520"/>
            <a:ext cx="326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relocate_64.S:43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12920" y="1828800"/>
            <a:ext cx="36271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12920" y="1828800"/>
            <a:ext cx="73152" cy="411480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95800" y="2103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214884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95800" y="3017520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Fix-up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495800" y="3566160"/>
            <a:ext cx="326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再走一遍 .rela.dyn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這次 offset = relocaddr − link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495800" y="5303520"/>
            <a:ext cx="326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6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relocate_64.S:60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122920" y="1828800"/>
            <a:ext cx="36271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22920" y="1828800"/>
            <a:ext cx="73152" cy="41148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05800" y="2103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2148840"/>
            <a:ext cx="640080" cy="6400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05800" y="3017520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Flush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8305800" y="3566160"/>
            <a:ext cx="326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I-cache invalidate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D-cache flush + L3 flush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305800" y="5303520"/>
            <a:ext cx="326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relocate_64.S:80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02920" y="6080760"/>
            <a:ext cx="11247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02920" y="6080760"/>
            <a:ext cx="73152" cy="41148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40080" y="6080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都在 arch/arm/lib/relocate_64.S 的 relocate_code() 函式裡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48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第二次重定位 · 3/8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relocate_code 進入點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66928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4480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簽名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2377440"/>
            <a:ext cx="5303520" cy="9144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468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ENTRY(relocate_code)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; x0 = dest address (=gd-&gt;relocaddr)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3474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呼叫方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" y="3794760"/>
            <a:ext cx="5303520" cy="164592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38862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crt0_64.S:132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ldr x0, [x18, #GD_RELOCADDR]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  relocate_code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(我們不會「正常返回」!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ret 之後直接跳到新地址)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5577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(LR 的魔法詳見 slide 36)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63640" y="1691640"/>
            <a:ext cx="54864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63640" y="1691640"/>
            <a:ext cx="73152" cy="4480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7452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9516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如果剛好不用搬呢？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53796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函式開頭的「短路」檢查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537960" y="2697480"/>
            <a:ext cx="5120640" cy="18288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675120" y="278892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adr x1, __image_copy_start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 x9, x0, x1   ; offset = dest - here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cbz x9, relocate_done  ; 如果偏移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; 直接跳 done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537960" y="4663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發生時機：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537960" y="50292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GD_FLG_SKIP_RELOC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↳ 某些 SoC 強制 U-Boot 跑在固定位址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計算後發現「目的地 = 目前」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48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第二次重定位 · 4/8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1：memcpy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__image_copy_start ~ __image_copy_end 複製到 dest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5943600" cy="27432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8600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relocate_64.S:43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adr x1, __image_copy_start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adr x2, __image_copy_end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copy_loop: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cmp x1, x2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b.ge copy_done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ldp x10, x11, [x1], #16  ; 一次讀 16 bytes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stp x10, x11, [x0], #16  ; 一次寫 16 bytes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 copy_loop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copy_done: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2194560"/>
            <a:ext cx="52120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194560"/>
            <a:ext cx="73152" cy="2743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33172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323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__image_copy_start / _end 在哪？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766560" y="2651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arch/arm/cpu/armv8/u-boot.lds (line 24, 143)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66560" y="2971800"/>
            <a:ext cx="4846320" cy="19202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03720" y="30632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__image_copy_start = ADDR(.text);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.text :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.rodata :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.data : { ... }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__image_copy_end = .;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" y="5120640"/>
            <a:ext cx="11247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2920" y="5120640"/>
            <a:ext cx="73152" cy="109728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0352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34440" y="5257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為什麼用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ldp / stp pair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而不是普通 ldr / str？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一次搬 16 bytes，比 8 bytes 快一倍；對 ARM64 cache line 友善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48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第二次重定位 · 5/8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2：再跑一次 .rela.dyn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77724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7830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相同的迴圈！只是 offset 換成「relocaddr − link」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2697480"/>
            <a:ext cx="5943600" cy="356616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788920"/>
            <a:ext cx="5669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relocate_64.S:60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adr x2, __rel_dyn_start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adr x3, __rel_dyn_end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fix_loop: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cmp x2, x3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b.ge fix_done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ldp x0, x1, [x2], #16   ; link_loc, 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ldr x4, [x2], #8        ; addend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x1, x1, #0xffffffff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cmp x1, #1027           ; RELATIVE?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b.ne fix_loop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x0, x0, x9          ; +offset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x4, x4, x9          ; +offset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 x4, [x0]            ; 寫到"新".text 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 fix_loop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fix_done: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83680" y="2697480"/>
            <a:ext cx="52120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766560" y="2834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pie_fixup？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766560" y="3246120"/>
            <a:ext cx="640080" cy="41148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3246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同樣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3246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 .rela.dyn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66560" y="3703320"/>
            <a:ext cx="640080" cy="41148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37033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同樣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98080" y="3703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只處理 type 1027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766560" y="4160520"/>
            <a:ext cx="640080" cy="41148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66560" y="4160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同樣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498080" y="4160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 offset 到兩處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766560" y="4617720"/>
            <a:ext cx="640080" cy="41148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66560" y="4617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498080" y="4617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= relocaddr − link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766560" y="5074920"/>
            <a:ext cx="640080" cy="41148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66560" y="5074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498080" y="5074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x9 ≈ 0x7FF00000 (很大)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766560" y="5532120"/>
            <a:ext cx="640080" cy="41148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66560" y="5532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498080" y="5532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寫入位址 = 新 .text 內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48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第二次重定位 · 6/8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3：Cache flush — 不做會死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11247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96012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如果跳過這步，CPU 從新地址抓到舊 cache 內容 → 必崩潰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1732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新寫進的 .text 還在 D-cache，I-fetch 卻去 RAM 拿 → 拿到舊指令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788920"/>
            <a:ext cx="36271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" y="2788920"/>
            <a:ext cx="73152" cy="3291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926080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3.1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3200400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Invalidate I-cache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85800" y="3703320"/>
            <a:ext cx="3261360" cy="10972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79476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 iallu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" y="4892040"/>
            <a:ext cx="326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丟棄所有指令快取；下次取指令一定從 RAM/L3 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12920" y="2788920"/>
            <a:ext cx="36271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12920" y="2788920"/>
            <a:ext cx="73152" cy="3291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95800" y="2926080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3.2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495800" y="3200400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Flush D-cache range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495800" y="3703320"/>
            <a:ext cx="3261360" cy="10972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32960" y="379476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 __asm_flush_dcache_range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x0 = 起點, x1 = 終點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495800" y="4892040"/>
            <a:ext cx="326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把剛寫的新 .text 從 D-cache 推回 RAM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122920" y="2788920"/>
            <a:ext cx="36271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122920" y="2788920"/>
            <a:ext cx="73152" cy="329184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05800" y="2926080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3.3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305800" y="3200400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Flush L3 cache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305800" y="3703320"/>
            <a:ext cx="3261360" cy="10972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442960" y="379476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 __asm_flush_l3_dcache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305800" y="4892040"/>
            <a:ext cx="326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 L3 cache 也要同步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(有些 SoC 是必須)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48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第二次重定位 · 7/8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LR 的魔法 — 怎麼「自動」跳到新地址？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77724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7830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關鍵：在呼叫 relocate_code 之前，先把 LR 改寫成「新位址」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2606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arch/arm/lib/crt0_64.S:114-131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2971800"/>
            <a:ext cx="5943600" cy="32004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063240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1. 拿 relocation_return 的 link 位址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adr lr, relocation_return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2. 如果是 PIE，先加 runtime offset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#if CONFIG_POSITION_INDEPENDENT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lr, lr, x9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#endif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3. 再加 reloc_off (= relocaddr - link)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ldr x9, [x18, #GD_RELOC_OFF]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lr, lr, x9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4. 呼叫 relocate_code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ldr x0, [x18, #GD_RELOCADDR]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   relocate_code      ; 用 b 不用 bl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583680" y="2606040"/>
            <a:ext cx="52120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6656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LR 變化的時間軸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766560" y="3200400"/>
            <a:ext cx="86868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32004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進函式時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26680" y="3200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return target (link addr)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例：0x12000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766560" y="3931920"/>
            <a:ext cx="868680" cy="64008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0" y="39319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+ 2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26680" y="3931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runtime offset (PIE)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例：0x212000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66560" y="4663440"/>
            <a:ext cx="868680" cy="64008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0" y="46634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726680" y="4663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reloc_off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0x7FF12000 ← 新 .text 內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766560" y="5394960"/>
            <a:ext cx="868680" cy="64008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66560" y="53949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relocate_code ret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726680" y="5394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 ← LR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CPU 直接跳到新地址！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48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第二次重定位 · 8/8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搬完家之後要做的雜事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relocation_return: 之後 (crt0_64.S:139-173)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36271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194560"/>
            <a:ext cx="73152" cy="4023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80160" y="2377440"/>
            <a:ext cx="271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更新 vbar_el*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063240"/>
            <a:ext cx="3261360" cy="20116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54680"/>
            <a:ext cx="298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 c_runtime_cpu_setup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5212080"/>
            <a:ext cx="326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vector 也跟著搬了，要重指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12920" y="2194560"/>
            <a:ext cx="36271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12920" y="2194560"/>
            <a:ext cx="73152" cy="4023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5800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090160" y="2377440"/>
            <a:ext cx="271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清 BSS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495800" y="3063240"/>
            <a:ext cx="3261360" cy="20116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2960" y="3154680"/>
            <a:ext cx="298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ldr x0, =__bss_start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ldr x1, =__bss_end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clear_loop: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 xzr, [x0], #8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cmp x0, x1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b.lt clear_loop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95800" y="5212080"/>
            <a:ext cx="326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 才剛被搬到新地址，先填 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22920" y="2194560"/>
            <a:ext cx="36271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22920" y="2194560"/>
            <a:ext cx="73152" cy="402336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5800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900160" y="2377440"/>
            <a:ext cx="271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呼叫 board_init_r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305800" y="3063240"/>
            <a:ext cx="3261360" cy="20116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42960" y="3154680"/>
            <a:ext cx="298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ldr x0, =gd        ; (=new_gd)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ldr x1, =relocaddr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  board_init_r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05800" y="5212080"/>
            <a:ext cx="326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正式進入第二階段 board init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48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board_r → CLI · 1/5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board_init_r — R = relocated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66928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448056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common/board_r.c (line 786)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「relocated phase」的 board init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 U-Boot 已經住到 DRAM 頂端，可以：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 malloc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（不是 early malloc）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 Driver Model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（含非 pre-reloc 的 driver）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flash 載入 environment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 console、network、USB、PCIe 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 autoboot 倒數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進入 CLI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結構同 board_init_f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2148840"/>
            <a:ext cx="5349240" cy="33832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240280"/>
            <a:ext cx="5074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init_fnc_t init_sequence_r[]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initr_reloc,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initr_caches,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initr_reloc_global_data,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initr_malloc,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initr_dm,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board_init,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stdio_init_tables,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initr_env,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console_init_r,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board_late_init,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run_main_loop,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5669280"/>
            <a:ext cx="5349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5669280"/>
            <a:ext cx="73152" cy="50292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66928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50 個函式，這裡只列關鍵幾個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board_r → CLI · 2/5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init_sequence_r 重點 — Part 1（搬家善後）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1124712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9160" y="1783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做什麼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12471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initr_reloc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224028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設旗標 GD_FLG_RELOC + GD_FLG_FULL_MALLOC_INIT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之後 alloc 函式可以用「真的 malloc」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990088"/>
            <a:ext cx="11247120" cy="749808"/>
          </a:xfrm>
          <a:prstGeom prst="rect">
            <a:avLst/>
          </a:prstGeom>
          <a:solidFill>
            <a:srgbClr val="F4F7FA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9008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initr_caches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2990088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正式打開 CPU cache（之前可能是關的）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739896"/>
            <a:ext cx="112471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3989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initr_reloc_global_data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3739896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gd 內部殘留指標再修一次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（搬家中可能還有 link addr 指標）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489704"/>
            <a:ext cx="11247120" cy="749808"/>
          </a:xfrm>
          <a:prstGeom prst="rect">
            <a:avLst/>
          </a:prstGeom>
          <a:solidFill>
            <a:srgbClr val="F4F7FA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48970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initr_malloc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4489704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DRAM 頂端配置真正的 malloc arena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之後 calloc/realloc 可用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5239512"/>
            <a:ext cx="112471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23951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bootstage_relocate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09160" y="5239512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boot 時間量測資料搬過去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585216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5852160"/>
            <a:ext cx="73152" cy="50292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852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這階段：U-Boot 完成「搬家後的入厝」，從現在開始可以做大事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board_r → CLI · 3/5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init_sequence_r 重點 — Part 2（啟動功能）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1124712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9160" y="17830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做什麼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11247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initr_dm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2194560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Model 全跑一次（含非 pre-reloc 的 driver）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706624"/>
            <a:ext cx="11247120" cy="512064"/>
          </a:xfrm>
          <a:prstGeom prst="rect">
            <a:avLst/>
          </a:prstGeom>
          <a:solidFill>
            <a:srgbClr val="F4F7FA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0662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initr_dm_devices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2706624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DM 框架下的 device（timer、mux 等）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218688"/>
            <a:ext cx="11247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1868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board_init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3218688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板子專屬的 chipselect / gpio init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730752"/>
            <a:ext cx="11247120" cy="512064"/>
          </a:xfrm>
          <a:prstGeom prst="rect">
            <a:avLst/>
          </a:prstGeom>
          <a:solidFill>
            <a:srgbClr val="F4F7FA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73075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stdio_init_tables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3730752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stdin/stdout/stderr 的 device 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242816"/>
            <a:ext cx="11247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24281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initr_env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09160" y="4242816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flash/EEPROM/MMC 載入 environment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搬到 DRAM 並 verify CRC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754880"/>
            <a:ext cx="11247120" cy="512064"/>
          </a:xfrm>
          <a:prstGeom prst="rect">
            <a:avLst/>
          </a:prstGeom>
          <a:solidFill>
            <a:srgbClr val="F4F7FA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75488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console_init_r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9160" y="4754880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從 early-record 升級為正式 device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5266944"/>
            <a:ext cx="11247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26694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board_late_init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09160" y="5266944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板子最後一手 init（例：抓 MAC、改 env）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5779008"/>
            <a:ext cx="11247120" cy="512064"/>
          </a:xfrm>
          <a:prstGeom prst="rect">
            <a:avLst/>
          </a:prstGeom>
          <a:solidFill>
            <a:srgbClr val="FEF6E1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77900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6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run_main_loop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09160" y="5779008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進入 main_loop()，永不返回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48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board_r → CLI · 4/5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main_loop → cli_loop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74520"/>
            <a:ext cx="10058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74520"/>
            <a:ext cx="7315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828800" y="2011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run_main_loop()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040880" y="2011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common/board_r.c:783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743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2926080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828800" y="30632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main_loop()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040880" y="3063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common/main.c:42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794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977640"/>
            <a:ext cx="10058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3977640"/>
            <a:ext cx="73152" cy="9144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828800" y="4114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cli_loop()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4114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common/cli.c:295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5029200"/>
            <a:ext cx="73152" cy="91440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828800" y="5166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cli_simple_loop()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040880" y="5166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common/cli_simple.c:268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14400" y="5897880"/>
            <a:ext cx="10058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4400" y="5897880"/>
            <a:ext cx="73152" cy="50292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589788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main_loop 處理 bootdelay 倒數 + autoboot 命令；若沒 autoboot 才下降到 cli_loop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48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board_r → CLI · 5/5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 主迴圈 — U-Boot=&gt; 出現的那一刻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37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common/cli_simple.c:268 (cli_simple_loop)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5943600" cy="32004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cli_simple_loop(void)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*prompt = CONFIG_SYS_PROMPT;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(;;) {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len = cli_readline(prompt);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(len &gt; 0) {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run_command_repeatable(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console_buffer, flag);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(len == -2)  // CtrlC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break;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737360"/>
            <a:ext cx="521208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結果：你看到的畫面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66560" y="2331720"/>
            <a:ext cx="4846320" cy="36576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46888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U-Boot 2024.10 (Jun 07 2026)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DRAM:  4 GiB
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Core:  ...
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MMC:   sdhci@... : 0
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 Environment...
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In:    serial,usbkbd
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Out:   serial,vidconsole
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Err:   serial,vidconsole
</a:t>
            </a:r>
            <a:pPr indent="0" marL="0">
              <a:buNone/>
            </a:pPr>
            <a:r>
              <a:rPr lang="en-US" sz="1000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 any key to stop autoboot: 0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00C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U-Boot=&gt; </a:t>
            </a:r>
            <a:pPr indent="0" marL="0">
              <a:buNone/>
            </a:pPr>
            <a:r>
              <a:rPr lang="en-US" sz="1000" b="1" dirty="0">
                <a:solidFill>
                  <a:srgbClr val="00C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5532120"/>
            <a:ext cx="5943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5532120"/>
            <a:ext cx="73152" cy="77724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0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88720" y="55321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 _start 到 U-Boot=&gt;，旅程結束！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48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數字劇本 · 1/4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設定參數 — 接下來四張用同一組數字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73152" cy="2286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Address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0x00000000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編譯時連結器設定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783080"/>
            <a:ext cx="73152" cy="22860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Address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2423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0x00200000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480560" y="3383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BootROM 實際載入位置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92440" y="178308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92440" y="1783080"/>
            <a:ext cx="73152" cy="228600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/ Reloc Address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75320" y="2423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6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0x7FF00000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275320" y="3383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board_init_f 算出的目的地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297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假想的 .rela.dyn entry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2920" y="4754880"/>
            <a:ext cx="36576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4754880"/>
            <a:ext cx="3657600" cy="320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754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link_location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5120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0x00060000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" y="5669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想填值的位址 (以 link 為準)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4754880"/>
            <a:ext cx="36576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97680" y="4754880"/>
            <a:ext cx="3657600" cy="320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4754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34840" y="5120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434840" y="5669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R_AARCH64_RELATIVE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92440" y="4754880"/>
            <a:ext cx="36576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92440" y="4754880"/>
            <a:ext cx="3657600" cy="320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4754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addend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5120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0x00000100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229600" y="5669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要寫進去的「基底值」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48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數字劇本 · 2/4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pie_fixup 算給你看 (offset = 0x200000)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54864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情境：U-Boot 載入在 0x00200000，但連結時以為自己在 0x0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36576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468880"/>
            <a:ext cx="73152" cy="3291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880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算 offset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3429000"/>
            <a:ext cx="3291840" cy="14630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 = load − link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= 0x00200000 − 0x00000000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= 0x00200000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2468880"/>
            <a:ext cx="36576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2468880"/>
            <a:ext cx="73152" cy="329184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2880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算「寫入位址」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80560" y="3429000"/>
            <a:ext cx="3291840" cy="14630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link_location + offset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0x00060000 + 0x00200000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0x00260000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0560" y="5029200"/>
            <a:ext cx="3291840" cy="5943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5029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0x00260000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092440" y="2468880"/>
            <a:ext cx="36576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92440" y="2468880"/>
            <a:ext cx="73152" cy="329184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75320" y="2880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算「寫入值」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75320" y="3429000"/>
            <a:ext cx="3291840" cy="14630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addend + offset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0x00000100 + 0x00200000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0x00200100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75320" y="5029200"/>
            <a:ext cx="3291840" cy="59436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5029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0x00200100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02920" y="5943600"/>
            <a:ext cx="11247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5943600"/>
            <a:ext cx="73152" cy="45720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結果：CPU 寫入 </a:t>
            </a:r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*(0x00260000) = 0x00200100</a:t>
            </a:r>
            <a:pPr indent="0" marL="0">
              <a:buNone/>
            </a:pPr>
            <a:r>
              <a:rPr lang="en-US" sz="12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binary 沒搬，只改了指標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48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數字劇本 · 3/4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relocate_code 算給你看 (offset = 0x7FF00000)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54864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情境：board_init_f 算出搬家目的地 = 0x7FF00000，現在要實際搬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270891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468880"/>
            <a:ext cx="73152" cy="3246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06040"/>
            <a:ext cx="2434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24345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memcpy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2434590" cy="15544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383280"/>
            <a:ext cx="2160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 = 0x00200000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dst = 0x7FF00000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 = __image_copy_end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− __image_copy_start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48990" y="2468880"/>
            <a:ext cx="270891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48990" y="2468880"/>
            <a:ext cx="73152" cy="3246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86150" y="2606040"/>
            <a:ext cx="2434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86150" y="2834640"/>
            <a:ext cx="24345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算新 offset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86150" y="3291840"/>
            <a:ext cx="2434590" cy="15544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23310" y="3383280"/>
            <a:ext cx="2160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 = relocaddr − link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= 0x7FF00000 − 0x0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= 0x7FF00000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95060" y="2468880"/>
            <a:ext cx="270891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95060" y="2468880"/>
            <a:ext cx="73152" cy="3246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2220" y="2606040"/>
            <a:ext cx="2434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32220" y="2834640"/>
            <a:ext cx="24345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新「寫入位址」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32220" y="3291840"/>
            <a:ext cx="2434590" cy="15544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9380" y="3383280"/>
            <a:ext cx="2160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0x00060000 + 0x7FF00000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0x7FF60000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32220" y="4983480"/>
            <a:ext cx="2434590" cy="54864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2220" y="4983480"/>
            <a:ext cx="2434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0x7FF60000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041130" y="2468880"/>
            <a:ext cx="270891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41130" y="2468880"/>
            <a:ext cx="73152" cy="324612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78290" y="2606040"/>
            <a:ext cx="2434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78290" y="2834640"/>
            <a:ext cx="24345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新「寫入值」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178290" y="3291840"/>
            <a:ext cx="2434590" cy="15544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15450" y="3383280"/>
            <a:ext cx="2160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0x00000100 + 0x7FF00000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0x7FF00100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178290" y="4983480"/>
            <a:ext cx="2434590" cy="54864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78290" y="4983480"/>
            <a:ext cx="2434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0x7FF00100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2920" y="589788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2920" y="5897880"/>
            <a:ext cx="73152" cy="50292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897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結果：CPU 把 </a:t>
            </a:r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0x7FF00100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寫到 </a:t>
            </a:r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*(0x7FF60000)</a:t>
            </a:r>
            <a:pPr indent="0" marL="0">
              <a:buNone/>
            </a:pPr>
            <a:r>
              <a:rPr lang="en-US" sz="12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這次 binary 真的搬了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48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數字劇本 · 4/4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兩次重定位對照表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247120" cy="4526280"/>
        </p:xfrm>
        <a:graphic>
          <a:graphicData uri="http://schemas.openxmlformats.org/drawingml/2006/table">
            <a:tbl>
              <a:tblPr/>
              <a:tblGrid>
                <a:gridCol w="2743200"/>
                <a:gridCol w="4251960"/>
                <a:gridCol w="4251960"/>
              </a:tblGrid>
              <a:tr h="6466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pie_fixup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1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relocate_code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6F6C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何時跑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CPU 醒來後最早期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(C runtime 前)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board_init_f 完之後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(C runtime 已啟動)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檔案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arch/arm/cpu/armv8/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start.S:61-105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arch/arm/lib/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relocate_64.S:22-96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是否 memcpy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6F6C"/>
                          </a:solidFill>
                        </a:rPr>
                        <a:t>✗ 沒有，就地修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✓ 有，搬整個 binary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offset 來源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load − link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例：0x200000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relocaddr − link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例：0x7FF00000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是否 flush cache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✗ 不用 (cache 通常還沒開)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✓ I/D/L3 都要 flush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離開 assembly 後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繼續往下到 _main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進入 board_init_r (C)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48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收尾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00C8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8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pie_fixup 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讓我們</a:t>
            </a:r>
            <a:pPr indent="0" marL="0">
              <a:buNone/>
            </a:pPr>
            <a:r>
              <a:rPr lang="en-US" sz="40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站得起來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，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0C8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relocate_code 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讓我們</a:t>
            </a:r>
            <a:pPr indent="0" marL="0">
              <a:buNone/>
            </a:pPr>
            <a:r>
              <a:rPr lang="en-US" sz="40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讓開位子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。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5120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兩套機制 </a:t>
            </a:r>
            <a:pPr algn="ctr" indent="0" marL="0">
              <a:buNone/>
            </a:pPr>
            <a:r>
              <a:rPr lang="en-US" sz="1600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ctr" indent="0" marL="0">
              <a:buNone/>
            </a:pPr>
            <a:r>
              <a:rPr lang="en-US" sz="16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三個平台 </a:t>
            </a:r>
            <a:pPr algn="ctr" indent="0" marL="0">
              <a:buNone/>
            </a:pPr>
            <a:r>
              <a:rPr lang="en-US" sz="1600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ctr" indent="0" marL="0">
              <a:buNone/>
            </a:pPr>
            <a:r>
              <a:rPr lang="en-US" sz="16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一組數字 </a:t>
            </a:r>
            <a:pPr algn="ctr" indent="0" marL="0">
              <a:buNone/>
            </a:pPr>
            <a:r>
              <a:rPr lang="en-US" sz="1600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 U-Boot ARM64 開機的全貌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5669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接下來：自己 grep 看一遍 start.S 與 crt0_64.S，會比看再多投影片有效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48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收尾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附錄：檔案速查表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247120" cy="4663440"/>
        </p:xfrm>
        <a:graphic>
          <a:graphicData uri="http://schemas.openxmlformats.org/drawingml/2006/table">
            <a:tbl>
              <a:tblPr/>
              <a:tblGrid>
                <a:gridCol w="2926080"/>
                <a:gridCol w="5577840"/>
                <a:gridCol w="2743200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主題</a:t>
                      </a:r>
                      <a:endParaRPr lang="en-US" sz="12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檔案</a:t>
                      </a:r>
                      <a:endParaRPr lang="en-US" sz="12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行號</a:t>
                      </a:r>
                      <a:endParaRPr lang="en-US" sz="12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</a:rPr>
                        <a:t>_start / pie_fixup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arch/arm/cpu/armv8/start.S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 / 61-105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</a:rPr>
                        <a:t>_main / 呼叫 relocate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arch/arm/lib/crt0_64.S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67 / 114-132 / 161-173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</a:rPr>
                        <a:t>relocate_code 本體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arch/arm/lib/relocate_64.S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22-96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</a:rPr>
                        <a:t>Linker 符號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arch/arm/cpu/armv8/u-boot.lds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 / 143 / 145-149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</a:rPr>
                        <a:t>PIE LDFLAGS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arch/arm/config.mk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</a:rPr>
                        <a:t>init_sequence_f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common/board_f.c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976-1042 / 1044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</a:rPr>
                        <a:t>init_sequence_r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common/board_r.c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607-783 / 786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</a:rPr>
                        <a:t>main_loop / cli_loop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common/main.c, cli.c, cli_simple.c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 / 295 / 268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</a:rPr>
                        <a:t>RK3588 SPL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arch/arm/mach-rockchip/{spl,bootrom,sdram}.c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</a:rPr>
                        <a:t>ZynqMP handoff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arch/arm/mach-zynqmp/handoff.c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</a:rPr>
                        <a:t>RPi4 init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arch/arm/mach-bcm283x/init.c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ARM64 · Boot &amp; Relocation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48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U-Boot ARM64 Boot &amp; Relocation 完全解析</dc:title>
  <dc:subject>PptxGenJS Presentation</dc:subject>
  <dc:creator>Hank</dc:creator>
  <cp:lastModifiedBy>Hank</cp:lastModifiedBy>
  <cp:revision>1</cp:revision>
  <dcterms:created xsi:type="dcterms:W3CDTF">2026-06-07T04:13:53Z</dcterms:created>
  <dcterms:modified xsi:type="dcterms:W3CDTF">2026-06-07T04:13:53Z</dcterms:modified>
</cp:coreProperties>
</file>